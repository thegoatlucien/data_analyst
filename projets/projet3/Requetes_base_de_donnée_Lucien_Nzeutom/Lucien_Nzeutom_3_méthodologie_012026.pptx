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46777-49B6-49A7-805F-313DCFA017BB}" v="64" dt="2026-01-01T23:34:30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en nzeutom" userId="63f8060dc8075082" providerId="LiveId" clId="{315B7981-1787-4C76-8373-5828180AB6C7}"/>
    <pc:docChg chg="undo custSel addSld modSld">
      <pc:chgData name="lucien nzeutom" userId="63f8060dc8075082" providerId="LiveId" clId="{315B7981-1787-4C76-8373-5828180AB6C7}" dt="2026-01-01T23:38:53.150" v="674" actId="14100"/>
      <pc:docMkLst>
        <pc:docMk/>
      </pc:docMkLst>
      <pc:sldChg chg="modSp new mod">
        <pc:chgData name="lucien nzeutom" userId="63f8060dc8075082" providerId="LiveId" clId="{315B7981-1787-4C76-8373-5828180AB6C7}" dt="2026-01-01T18:47:47.582" v="12" actId="20577"/>
        <pc:sldMkLst>
          <pc:docMk/>
          <pc:sldMk cId="2696044381" sldId="257"/>
        </pc:sldMkLst>
        <pc:spChg chg="mod">
          <ac:chgData name="lucien nzeutom" userId="63f8060dc8075082" providerId="LiveId" clId="{315B7981-1787-4C76-8373-5828180AB6C7}" dt="2026-01-01T18:47:47.582" v="12" actId="20577"/>
          <ac:spMkLst>
            <pc:docMk/>
            <pc:sldMk cId="2696044381" sldId="257"/>
            <ac:spMk id="2" creationId="{647D7254-37D8-85C0-CDFC-2828BEEB4890}"/>
          </ac:spMkLst>
        </pc:spChg>
        <pc:spChg chg="mod">
          <ac:chgData name="lucien nzeutom" userId="63f8060dc8075082" providerId="LiveId" clId="{315B7981-1787-4C76-8373-5828180AB6C7}" dt="2026-01-01T18:47:32.288" v="11"/>
          <ac:spMkLst>
            <pc:docMk/>
            <pc:sldMk cId="2696044381" sldId="257"/>
            <ac:spMk id="3" creationId="{5D33FAC2-DA9D-B1A0-0647-286608000676}"/>
          </ac:spMkLst>
        </pc:spChg>
      </pc:sldChg>
      <pc:sldChg chg="modSp new mod">
        <pc:chgData name="lucien nzeutom" userId="63f8060dc8075082" providerId="LiveId" clId="{315B7981-1787-4C76-8373-5828180AB6C7}" dt="2026-01-01T18:56:13.859" v="155"/>
        <pc:sldMkLst>
          <pc:docMk/>
          <pc:sldMk cId="3455471445" sldId="258"/>
        </pc:sldMkLst>
        <pc:spChg chg="mod">
          <ac:chgData name="lucien nzeutom" userId="63f8060dc8075082" providerId="LiveId" clId="{315B7981-1787-4C76-8373-5828180AB6C7}" dt="2026-01-01T18:55:59.663" v="152" actId="1076"/>
          <ac:spMkLst>
            <pc:docMk/>
            <pc:sldMk cId="3455471445" sldId="258"/>
            <ac:spMk id="2" creationId="{99A00D7F-E46F-4287-3228-249452F30773}"/>
          </ac:spMkLst>
        </pc:spChg>
        <pc:spChg chg="mod">
          <ac:chgData name="lucien nzeutom" userId="63f8060dc8075082" providerId="LiveId" clId="{315B7981-1787-4C76-8373-5828180AB6C7}" dt="2026-01-01T18:56:13.859" v="155"/>
          <ac:spMkLst>
            <pc:docMk/>
            <pc:sldMk cId="3455471445" sldId="258"/>
            <ac:spMk id="3" creationId="{AE7784D9-3D7D-9691-19CF-967C0D0B461B}"/>
          </ac:spMkLst>
        </pc:spChg>
      </pc:sldChg>
      <pc:sldChg chg="addSp delSp modSp new mod setBg">
        <pc:chgData name="lucien nzeutom" userId="63f8060dc8075082" providerId="LiveId" clId="{315B7981-1787-4C76-8373-5828180AB6C7}" dt="2026-01-01T22:01:39.249" v="404" actId="27636"/>
        <pc:sldMkLst>
          <pc:docMk/>
          <pc:sldMk cId="1768693657" sldId="259"/>
        </pc:sldMkLst>
        <pc:spChg chg="mod">
          <ac:chgData name="lucien nzeutom" userId="63f8060dc8075082" providerId="LiveId" clId="{315B7981-1787-4C76-8373-5828180AB6C7}" dt="2026-01-01T21:28:43.212" v="175"/>
          <ac:spMkLst>
            <pc:docMk/>
            <pc:sldMk cId="1768693657" sldId="259"/>
            <ac:spMk id="2" creationId="{D02E58A3-3FD1-E182-C6C3-43334D229646}"/>
          </ac:spMkLst>
        </pc:spChg>
        <pc:spChg chg="del">
          <ac:chgData name="lucien nzeutom" userId="63f8060dc8075082" providerId="LiveId" clId="{315B7981-1787-4C76-8373-5828180AB6C7}" dt="2026-01-01T21:16:35.739" v="158"/>
          <ac:spMkLst>
            <pc:docMk/>
            <pc:sldMk cId="1768693657" sldId="259"/>
            <ac:spMk id="3" creationId="{B46ABB10-229D-D5CE-FEE4-12D91AC6790D}"/>
          </ac:spMkLst>
        </pc:spChg>
        <pc:spChg chg="add">
          <ac:chgData name="lucien nzeutom" userId="63f8060dc8075082" providerId="LiveId" clId="{315B7981-1787-4C76-8373-5828180AB6C7}" dt="2026-01-01T21:30:34.311" v="204"/>
          <ac:spMkLst>
            <pc:docMk/>
            <pc:sldMk cId="1768693657" sldId="259"/>
            <ac:spMk id="6" creationId="{ECFDB91C-8A45-D7E2-2E78-6A7DC21E18A4}"/>
          </ac:spMkLst>
        </pc:spChg>
        <pc:spChg chg="add">
          <ac:chgData name="lucien nzeutom" userId="63f8060dc8075082" providerId="LiveId" clId="{315B7981-1787-4C76-8373-5828180AB6C7}" dt="2026-01-01T21:30:41.955" v="207"/>
          <ac:spMkLst>
            <pc:docMk/>
            <pc:sldMk cId="1768693657" sldId="259"/>
            <ac:spMk id="7" creationId="{E9F0CF74-751C-468C-0501-EDBD9C9C34CE}"/>
          </ac:spMkLst>
        </pc:spChg>
        <pc:spChg chg="add mod">
          <ac:chgData name="lucien nzeutom" userId="63f8060dc8075082" providerId="LiveId" clId="{315B7981-1787-4C76-8373-5828180AB6C7}" dt="2026-01-01T21:30:44.001" v="209"/>
          <ac:spMkLst>
            <pc:docMk/>
            <pc:sldMk cId="1768693657" sldId="259"/>
            <ac:spMk id="8" creationId="{490F3DD8-B3DA-9EEF-EA4C-3C8088C30BAA}"/>
          </ac:spMkLst>
        </pc:spChg>
        <pc:spChg chg="add del">
          <ac:chgData name="lucien nzeutom" userId="63f8060dc8075082" providerId="LiveId" clId="{315B7981-1787-4C76-8373-5828180AB6C7}" dt="2026-01-01T21:19:26.192" v="164" actId="26606"/>
          <ac:spMkLst>
            <pc:docMk/>
            <pc:sldMk cId="1768693657" sldId="259"/>
            <ac:spMk id="9" creationId="{C20EEC6D-C3CF-A13E-3E9E-9563C7B799C7}"/>
          </ac:spMkLst>
        </pc:spChg>
        <pc:spChg chg="add del">
          <ac:chgData name="lucien nzeutom" userId="63f8060dc8075082" providerId="LiveId" clId="{315B7981-1787-4C76-8373-5828180AB6C7}" dt="2026-01-01T21:19:22.439" v="162" actId="26606"/>
          <ac:spMkLst>
            <pc:docMk/>
            <pc:sldMk cId="1768693657" sldId="259"/>
            <ac:spMk id="10" creationId="{D4771268-CB57-404A-9271-370EB28F6090}"/>
          </ac:spMkLst>
        </pc:spChg>
        <pc:spChg chg="add del">
          <ac:chgData name="lucien nzeutom" userId="63f8060dc8075082" providerId="LiveId" clId="{315B7981-1787-4C76-8373-5828180AB6C7}" dt="2026-01-01T21:19:26.192" v="164" actId="26606"/>
          <ac:spMkLst>
            <pc:docMk/>
            <pc:sldMk cId="1768693657" sldId="259"/>
            <ac:spMk id="12" creationId="{0D7B6173-1D58-48E2-83CF-37350F315F75}"/>
          </ac:spMkLst>
        </pc:spChg>
        <pc:spChg chg="add del">
          <ac:chgData name="lucien nzeutom" userId="63f8060dc8075082" providerId="LiveId" clId="{315B7981-1787-4C76-8373-5828180AB6C7}" dt="2026-01-01T21:19:26.192" v="164" actId="26606"/>
          <ac:spMkLst>
            <pc:docMk/>
            <pc:sldMk cId="1768693657" sldId="259"/>
            <ac:spMk id="14" creationId="{BE149CDF-5DAC-4860-A285-9492CF2090AA}"/>
          </ac:spMkLst>
        </pc:spChg>
        <pc:spChg chg="add del">
          <ac:chgData name="lucien nzeutom" userId="63f8060dc8075082" providerId="LiveId" clId="{315B7981-1787-4C76-8373-5828180AB6C7}" dt="2026-01-01T21:19:26.192" v="164" actId="26606"/>
          <ac:spMkLst>
            <pc:docMk/>
            <pc:sldMk cId="1768693657" sldId="259"/>
            <ac:spMk id="18" creationId="{21BDEC81-16A7-4451-B893-C15000083B77}"/>
          </ac:spMkLst>
        </pc:spChg>
        <pc:spChg chg="add del">
          <ac:chgData name="lucien nzeutom" userId="63f8060dc8075082" providerId="LiveId" clId="{315B7981-1787-4C76-8373-5828180AB6C7}" dt="2026-01-01T21:19:26.192" v="164" actId="26606"/>
          <ac:spMkLst>
            <pc:docMk/>
            <pc:sldMk cId="1768693657" sldId="259"/>
            <ac:spMk id="20" creationId="{26A515A1-4D80-430E-BE0A-71A290516A82}"/>
          </ac:spMkLst>
        </pc:spChg>
        <pc:spChg chg="add del">
          <ac:chgData name="lucien nzeutom" userId="63f8060dc8075082" providerId="LiveId" clId="{315B7981-1787-4C76-8373-5828180AB6C7}" dt="2026-01-01T21:19:43.912" v="166" actId="26606"/>
          <ac:spMkLst>
            <pc:docMk/>
            <pc:sldMk cId="1768693657" sldId="259"/>
            <ac:spMk id="22" creationId="{F13C74B1-5B17-4795-BED0-7140497B445A}"/>
          </ac:spMkLst>
        </pc:spChg>
        <pc:spChg chg="add del">
          <ac:chgData name="lucien nzeutom" userId="63f8060dc8075082" providerId="LiveId" clId="{315B7981-1787-4C76-8373-5828180AB6C7}" dt="2026-01-01T21:19:43.912" v="166" actId="26606"/>
          <ac:spMkLst>
            <pc:docMk/>
            <pc:sldMk cId="1768693657" sldId="259"/>
            <ac:spMk id="23" creationId="{D4974D33-8DC5-464E-8C6D-BE58F0669C17}"/>
          </ac:spMkLst>
        </pc:spChg>
        <pc:spChg chg="add del">
          <ac:chgData name="lucien nzeutom" userId="63f8060dc8075082" providerId="LiveId" clId="{315B7981-1787-4C76-8373-5828180AB6C7}" dt="2026-01-01T21:19:43.912" v="166" actId="26606"/>
          <ac:spMkLst>
            <pc:docMk/>
            <pc:sldMk cId="1768693657" sldId="259"/>
            <ac:spMk id="24" creationId="{8128835C-3D53-16C3-236B-C45740330354}"/>
          </ac:spMkLst>
        </pc:spChg>
        <pc:spChg chg="add">
          <ac:chgData name="lucien nzeutom" userId="63f8060dc8075082" providerId="LiveId" clId="{315B7981-1787-4C76-8373-5828180AB6C7}" dt="2026-01-01T21:19:43.918" v="167" actId="26606"/>
          <ac:spMkLst>
            <pc:docMk/>
            <pc:sldMk cId="1768693657" sldId="259"/>
            <ac:spMk id="26" creationId="{1ECAB1E8-8195-4748-BE71-FF806D86892E}"/>
          </ac:spMkLst>
        </pc:spChg>
        <pc:spChg chg="add">
          <ac:chgData name="lucien nzeutom" userId="63f8060dc8075082" providerId="LiveId" clId="{315B7981-1787-4C76-8373-5828180AB6C7}" dt="2026-01-01T21:19:43.918" v="167" actId="26606"/>
          <ac:spMkLst>
            <pc:docMk/>
            <pc:sldMk cId="1768693657" sldId="259"/>
            <ac:spMk id="27" creationId="{57F6BDD4-E066-4008-8011-6CC31AEB4556}"/>
          </ac:spMkLst>
        </pc:spChg>
        <pc:spChg chg="add">
          <ac:chgData name="lucien nzeutom" userId="63f8060dc8075082" providerId="LiveId" clId="{315B7981-1787-4C76-8373-5828180AB6C7}" dt="2026-01-01T21:19:43.918" v="167" actId="26606"/>
          <ac:spMkLst>
            <pc:docMk/>
            <pc:sldMk cId="1768693657" sldId="259"/>
            <ac:spMk id="28" creationId="{2711A8FB-68FC-45FC-B01E-38F809E2D439}"/>
          </ac:spMkLst>
        </pc:spChg>
        <pc:spChg chg="add">
          <ac:chgData name="lucien nzeutom" userId="63f8060dc8075082" providerId="LiveId" clId="{315B7981-1787-4C76-8373-5828180AB6C7}" dt="2026-01-01T21:19:43.918" v="167" actId="26606"/>
          <ac:spMkLst>
            <pc:docMk/>
            <pc:sldMk cId="1768693657" sldId="259"/>
            <ac:spMk id="29" creationId="{2A865FE3-5FC9-4049-87CF-30019C46C0F5}"/>
          </ac:spMkLst>
        </pc:spChg>
        <pc:spChg chg="add mod">
          <ac:chgData name="lucien nzeutom" userId="63f8060dc8075082" providerId="LiveId" clId="{315B7981-1787-4C76-8373-5828180AB6C7}" dt="2026-01-01T22:01:39.249" v="404" actId="27636"/>
          <ac:spMkLst>
            <pc:docMk/>
            <pc:sldMk cId="1768693657" sldId="259"/>
            <ac:spMk id="30" creationId="{3BA717A9-70B8-EF3F-4DE0-87F31B837FEC}"/>
          </ac:spMkLst>
        </pc:spChg>
        <pc:picChg chg="add mod">
          <ac:chgData name="lucien nzeutom" userId="63f8060dc8075082" providerId="LiveId" clId="{315B7981-1787-4C76-8373-5828180AB6C7}" dt="2026-01-01T21:19:43.918" v="167" actId="26606"/>
          <ac:picMkLst>
            <pc:docMk/>
            <pc:sldMk cId="1768693657" sldId="259"/>
            <ac:picMk id="5" creationId="{C31DFDCF-DF0B-1ABD-26A7-ABAAE857F07B}"/>
          </ac:picMkLst>
        </pc:picChg>
        <pc:picChg chg="add del">
          <ac:chgData name="lucien nzeutom" userId="63f8060dc8075082" providerId="LiveId" clId="{315B7981-1787-4C76-8373-5828180AB6C7}" dt="2026-01-01T21:19:26.192" v="164" actId="26606"/>
          <ac:picMkLst>
            <pc:docMk/>
            <pc:sldMk cId="1768693657" sldId="259"/>
            <ac:picMk id="16" creationId="{B0DAC8FB-A162-44E3-A606-C855A03A5B09}"/>
          </ac:picMkLst>
        </pc:picChg>
      </pc:sldChg>
      <pc:sldChg chg="addSp delSp modSp new mod setBg">
        <pc:chgData name="lucien nzeutom" userId="63f8060dc8075082" providerId="LiveId" clId="{315B7981-1787-4C76-8373-5828180AB6C7}" dt="2026-01-01T23:38:53.150" v="674" actId="14100"/>
        <pc:sldMkLst>
          <pc:docMk/>
          <pc:sldMk cId="1542348853" sldId="260"/>
        </pc:sldMkLst>
        <pc:spChg chg="mo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2" creationId="{344DE0A9-3BDB-A1E5-3B15-7048ADB0B40F}"/>
          </ac:spMkLst>
        </pc:spChg>
        <pc:spChg chg="mod or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3" creationId="{169C94BE-27AE-31AE-CC5D-C672E984BCA0}"/>
          </ac:spMkLst>
        </pc:spChg>
        <pc:spChg chg="ad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9" creationId="{4D327EF6-1201-4218-AA98-3DA5A0F48981}"/>
          </ac:spMkLst>
        </pc:spChg>
        <pc:spChg chg="add del">
          <ac:chgData name="lucien nzeutom" userId="63f8060dc8075082" providerId="LiveId" clId="{315B7981-1787-4C76-8373-5828180AB6C7}" dt="2026-01-01T23:32:50.034" v="650" actId="26606"/>
          <ac:spMkLst>
            <pc:docMk/>
            <pc:sldMk cId="1542348853" sldId="260"/>
            <ac:spMk id="10" creationId="{04812C46-200A-4DEB-A05E-3ED6C68C2387}"/>
          </ac:spMkLst>
        </pc:spChg>
        <pc:spChg chg="ad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11" creationId="{9864AAEA-8DC4-4D15-864C-B53C5B4CCEE0}"/>
          </ac:spMkLst>
        </pc:spChg>
        <pc:spChg chg="add del">
          <ac:chgData name="lucien nzeutom" userId="63f8060dc8075082" providerId="LiveId" clId="{315B7981-1787-4C76-8373-5828180AB6C7}" dt="2026-01-01T23:32:50.034" v="650" actId="26606"/>
          <ac:spMkLst>
            <pc:docMk/>
            <pc:sldMk cId="1542348853" sldId="260"/>
            <ac:spMk id="12" creationId="{D1EA859B-E555-4109-94F3-6700E046E008}"/>
          </ac:spMkLst>
        </pc:spChg>
        <pc:spChg chg="add del">
          <ac:chgData name="lucien nzeutom" userId="63f8060dc8075082" providerId="LiveId" clId="{315B7981-1787-4C76-8373-5828180AB6C7}" dt="2026-01-01T23:33:04.912" v="654" actId="26606"/>
          <ac:spMkLst>
            <pc:docMk/>
            <pc:sldMk cId="1542348853" sldId="260"/>
            <ac:spMk id="14" creationId="{9F7D5CDA-D291-4307-BF55-1381FED29634}"/>
          </ac:spMkLst>
        </pc:spChg>
        <pc:spChg chg="ad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16" creationId="{E82F361B-984A-43B6-AFE8-1F14394284E4}"/>
          </ac:spMkLst>
        </pc:spChg>
        <pc:spChg chg="add">
          <ac:chgData name="lucien nzeutom" userId="63f8060dc8075082" providerId="LiveId" clId="{315B7981-1787-4C76-8373-5828180AB6C7}" dt="2026-01-01T23:34:41.097" v="669" actId="26606"/>
          <ac:spMkLst>
            <pc:docMk/>
            <pc:sldMk cId="1542348853" sldId="260"/>
            <ac:spMk id="18" creationId="{4F2A6A32-9ADF-4DD4-AEA5-0D1FF0F8B490}"/>
          </ac:spMkLst>
        </pc:spChg>
        <pc:picChg chg="add mod ord modCrop">
          <ac:chgData name="lucien nzeutom" userId="63f8060dc8075082" providerId="LiveId" clId="{315B7981-1787-4C76-8373-5828180AB6C7}" dt="2026-01-01T23:34:41.097" v="669" actId="26606"/>
          <ac:picMkLst>
            <pc:docMk/>
            <pc:sldMk cId="1542348853" sldId="260"/>
            <ac:picMk id="5" creationId="{E74EB786-135A-93EF-F8E1-7845EC7574FB}"/>
          </ac:picMkLst>
        </pc:picChg>
        <pc:picChg chg="add mod modCrop">
          <ac:chgData name="lucien nzeutom" userId="63f8060dc8075082" providerId="LiveId" clId="{315B7981-1787-4C76-8373-5828180AB6C7}" dt="2026-01-01T23:38:53.150" v="674" actId="14100"/>
          <ac:picMkLst>
            <pc:docMk/>
            <pc:sldMk cId="1542348853" sldId="260"/>
            <ac:picMk id="7" creationId="{FAEC3E28-590A-4CF8-0681-CDDCBF067420}"/>
          </ac:picMkLst>
        </pc:picChg>
      </pc:sldChg>
      <pc:sldChg chg="modSp new mod">
        <pc:chgData name="lucien nzeutom" userId="63f8060dc8075082" providerId="LiveId" clId="{315B7981-1787-4C76-8373-5828180AB6C7}" dt="2026-01-01T22:07:59.605" v="419"/>
        <pc:sldMkLst>
          <pc:docMk/>
          <pc:sldMk cId="1811944353" sldId="261"/>
        </pc:sldMkLst>
        <pc:spChg chg="mod">
          <ac:chgData name="lucien nzeutom" userId="63f8060dc8075082" providerId="LiveId" clId="{315B7981-1787-4C76-8373-5828180AB6C7}" dt="2026-01-01T22:06:52.754" v="412"/>
          <ac:spMkLst>
            <pc:docMk/>
            <pc:sldMk cId="1811944353" sldId="261"/>
            <ac:spMk id="2" creationId="{0A6A6B63-899A-A2DD-BA95-60E7D3BA377D}"/>
          </ac:spMkLst>
        </pc:spChg>
        <pc:spChg chg="mod">
          <ac:chgData name="lucien nzeutom" userId="63f8060dc8075082" providerId="LiveId" clId="{315B7981-1787-4C76-8373-5828180AB6C7}" dt="2026-01-01T22:07:59.605" v="419"/>
          <ac:spMkLst>
            <pc:docMk/>
            <pc:sldMk cId="1811944353" sldId="261"/>
            <ac:spMk id="3" creationId="{567A4CA8-D4AF-1497-95CA-5D7FBCAF0BA8}"/>
          </ac:spMkLst>
        </pc:spChg>
      </pc:sldChg>
      <pc:sldChg chg="addSp delSp modSp new mod setBg">
        <pc:chgData name="lucien nzeutom" userId="63f8060dc8075082" providerId="LiveId" clId="{315B7981-1787-4C76-8373-5828180AB6C7}" dt="2026-01-01T22:43:37.340" v="612" actId="1076"/>
        <pc:sldMkLst>
          <pc:docMk/>
          <pc:sldMk cId="1489453549" sldId="262"/>
        </pc:sldMkLst>
        <pc:spChg chg="mod">
          <ac:chgData name="lucien nzeutom" userId="63f8060dc8075082" providerId="LiveId" clId="{315B7981-1787-4C76-8373-5828180AB6C7}" dt="2026-01-01T22:41:14.934" v="597" actId="26606"/>
          <ac:spMkLst>
            <pc:docMk/>
            <pc:sldMk cId="1489453549" sldId="262"/>
            <ac:spMk id="2" creationId="{3F3A9893-D8D5-CE2C-4281-8BBC7B7DF5B0}"/>
          </ac:spMkLst>
        </pc:spChg>
        <pc:spChg chg="del">
          <ac:chgData name="lucien nzeutom" userId="63f8060dc8075082" providerId="LiveId" clId="{315B7981-1787-4C76-8373-5828180AB6C7}" dt="2026-01-01T22:25:20.906" v="423"/>
          <ac:spMkLst>
            <pc:docMk/>
            <pc:sldMk cId="1489453549" sldId="262"/>
            <ac:spMk id="3" creationId="{10025115-1E53-7737-BDC7-893541DFF0FB}"/>
          </ac:spMkLst>
        </pc:spChg>
        <pc:spChg chg="add del mod">
          <ac:chgData name="lucien nzeutom" userId="63f8060dc8075082" providerId="LiveId" clId="{315B7981-1787-4C76-8373-5828180AB6C7}" dt="2026-01-01T22:28:57.002" v="556" actId="26606"/>
          <ac:spMkLst>
            <pc:docMk/>
            <pc:sldMk cId="1489453549" sldId="262"/>
            <ac:spMk id="9" creationId="{C6C5174E-8516-2345-B2A0-3B74EEE122D1}"/>
          </ac:spMkLst>
        </pc:spChg>
        <pc:spChg chg="add del">
          <ac:chgData name="lucien nzeutom" userId="63f8060dc8075082" providerId="LiveId" clId="{315B7981-1787-4C76-8373-5828180AB6C7}" dt="2026-01-01T22:28:57.002" v="556" actId="26606"/>
          <ac:spMkLst>
            <pc:docMk/>
            <pc:sldMk cId="1489453549" sldId="262"/>
            <ac:spMk id="12" creationId="{2C9A9DA9-7DC8-488B-A882-123947B0F3D9}"/>
          </ac:spMkLst>
        </pc:spChg>
        <pc:spChg chg="add del">
          <ac:chgData name="lucien nzeutom" userId="63f8060dc8075082" providerId="LiveId" clId="{315B7981-1787-4C76-8373-5828180AB6C7}" dt="2026-01-01T22:28:57.002" v="556" actId="26606"/>
          <ac:spMkLst>
            <pc:docMk/>
            <pc:sldMk cId="1489453549" sldId="262"/>
            <ac:spMk id="14" creationId="{57F6BDD4-E066-4008-8011-6CC31AEB4556}"/>
          </ac:spMkLst>
        </pc:spChg>
        <pc:spChg chg="add del">
          <ac:chgData name="lucien nzeutom" userId="63f8060dc8075082" providerId="LiveId" clId="{315B7981-1787-4C76-8373-5828180AB6C7}" dt="2026-01-01T22:30:51.914" v="573" actId="26606"/>
          <ac:spMkLst>
            <pc:docMk/>
            <pc:sldMk cId="1489453549" sldId="262"/>
            <ac:spMk id="15" creationId="{7C98A213-5994-475E-B327-DC6EC27FBA8B}"/>
          </ac:spMkLst>
        </pc:spChg>
        <pc:spChg chg="add del">
          <ac:chgData name="lucien nzeutom" userId="63f8060dc8075082" providerId="LiveId" clId="{315B7981-1787-4C76-8373-5828180AB6C7}" dt="2026-01-01T22:28:57.002" v="556" actId="26606"/>
          <ac:spMkLst>
            <pc:docMk/>
            <pc:sldMk cId="1489453549" sldId="262"/>
            <ac:spMk id="16" creationId="{2711A8FB-68FC-45FC-B01E-38F809E2D439}"/>
          </ac:spMkLst>
        </pc:spChg>
        <pc:spChg chg="add del">
          <ac:chgData name="lucien nzeutom" userId="63f8060dc8075082" providerId="LiveId" clId="{315B7981-1787-4C76-8373-5828180AB6C7}" dt="2026-01-01T22:28:57.002" v="556" actId="26606"/>
          <ac:spMkLst>
            <pc:docMk/>
            <pc:sldMk cId="1489453549" sldId="262"/>
            <ac:spMk id="18" creationId="{2A865FE3-5FC9-4049-87CF-30019C46C0F5}"/>
          </ac:spMkLst>
        </pc:spChg>
        <pc:spChg chg="add del">
          <ac:chgData name="lucien nzeutom" userId="63f8060dc8075082" providerId="LiveId" clId="{315B7981-1787-4C76-8373-5828180AB6C7}" dt="2026-01-01T22:30:51.914" v="573" actId="26606"/>
          <ac:spMkLst>
            <pc:docMk/>
            <pc:sldMk cId="1489453549" sldId="262"/>
            <ac:spMk id="20" creationId="{4B030A0D-0DAD-4A99-89BB-419527D6A64B}"/>
          </ac:spMkLst>
        </pc:spChg>
        <pc:spChg chg="add del">
          <ac:chgData name="lucien nzeutom" userId="63f8060dc8075082" providerId="LiveId" clId="{315B7981-1787-4C76-8373-5828180AB6C7}" dt="2026-01-01T22:35:58.175" v="575"/>
          <ac:spMkLst>
            <pc:docMk/>
            <pc:sldMk cId="1489453549" sldId="262"/>
            <ac:spMk id="24" creationId="{4C605958-DF2A-BCE7-B5EB-8EA95389294C}"/>
          </ac:spMkLst>
        </pc:spChg>
        <pc:spChg chg="add del">
          <ac:chgData name="lucien nzeutom" userId="63f8060dc8075082" providerId="LiveId" clId="{315B7981-1787-4C76-8373-5828180AB6C7}" dt="2026-01-01T22:36:30.371" v="586" actId="26606"/>
          <ac:spMkLst>
            <pc:docMk/>
            <pc:sldMk cId="1489453549" sldId="262"/>
            <ac:spMk id="27" creationId="{4C2AC11E-3162-4990-A36E-92B07ECF16C2}"/>
          </ac:spMkLst>
        </pc:spChg>
        <pc:spChg chg="add del">
          <ac:chgData name="lucien nzeutom" userId="63f8060dc8075082" providerId="LiveId" clId="{315B7981-1787-4C76-8373-5828180AB6C7}" dt="2026-01-01T22:36:30.371" v="586" actId="26606"/>
          <ac:spMkLst>
            <pc:docMk/>
            <pc:sldMk cId="1489453549" sldId="262"/>
            <ac:spMk id="29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36:30.371" v="586" actId="26606"/>
          <ac:spMkLst>
            <pc:docMk/>
            <pc:sldMk cId="1489453549" sldId="262"/>
            <ac:spMk id="31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36:30.371" v="586" actId="26606"/>
          <ac:spMkLst>
            <pc:docMk/>
            <pc:sldMk cId="1489453549" sldId="262"/>
            <ac:spMk id="33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36:24.944" v="579" actId="26606"/>
          <ac:spMkLst>
            <pc:docMk/>
            <pc:sldMk cId="1489453549" sldId="262"/>
            <ac:spMk id="37" creationId="{C5EEDDAB-D848-8481-1954-4FA9890316B1}"/>
          </ac:spMkLst>
        </pc:spChg>
        <pc:spChg chg="add del">
          <ac:chgData name="lucien nzeutom" userId="63f8060dc8075082" providerId="LiveId" clId="{315B7981-1787-4C76-8373-5828180AB6C7}" dt="2026-01-01T22:36:24.944" v="579" actId="26606"/>
          <ac:spMkLst>
            <pc:docMk/>
            <pc:sldMk cId="1489453549" sldId="262"/>
            <ac:spMk id="40" creationId="{4C2AC11E-3162-4990-A36E-92B07ECF16C2}"/>
          </ac:spMkLst>
        </pc:spChg>
        <pc:spChg chg="add del">
          <ac:chgData name="lucien nzeutom" userId="63f8060dc8075082" providerId="LiveId" clId="{315B7981-1787-4C76-8373-5828180AB6C7}" dt="2026-01-01T22:36:24.944" v="579" actId="26606"/>
          <ac:spMkLst>
            <pc:docMk/>
            <pc:sldMk cId="1489453549" sldId="262"/>
            <ac:spMk id="42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36:24.944" v="579" actId="26606"/>
          <ac:spMkLst>
            <pc:docMk/>
            <pc:sldMk cId="1489453549" sldId="262"/>
            <ac:spMk id="44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36:24.944" v="579" actId="26606"/>
          <ac:spMkLst>
            <pc:docMk/>
            <pc:sldMk cId="1489453549" sldId="262"/>
            <ac:spMk id="46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36:27.196" v="581" actId="26606"/>
          <ac:spMkLst>
            <pc:docMk/>
            <pc:sldMk cId="1489453549" sldId="262"/>
            <ac:spMk id="48" creationId="{7979CB03-77A3-48F2-A1C8-52F03FCB3D00}"/>
          </ac:spMkLst>
        </pc:spChg>
        <pc:spChg chg="add del">
          <ac:chgData name="lucien nzeutom" userId="63f8060dc8075082" providerId="LiveId" clId="{315B7981-1787-4C76-8373-5828180AB6C7}" dt="2026-01-01T22:36:27.196" v="581" actId="26606"/>
          <ac:spMkLst>
            <pc:docMk/>
            <pc:sldMk cId="1489453549" sldId="262"/>
            <ac:spMk id="49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36:27.196" v="581" actId="26606"/>
          <ac:spMkLst>
            <pc:docMk/>
            <pc:sldMk cId="1489453549" sldId="262"/>
            <ac:spMk id="50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36:27.196" v="581" actId="26606"/>
          <ac:spMkLst>
            <pc:docMk/>
            <pc:sldMk cId="1489453549" sldId="262"/>
            <ac:spMk id="51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36:27.196" v="581" actId="26606"/>
          <ac:spMkLst>
            <pc:docMk/>
            <pc:sldMk cId="1489453549" sldId="262"/>
            <ac:spMk id="52" creationId="{DAF64DC6-6C3A-9801-53D0-21F5DE4240A7}"/>
          </ac:spMkLst>
        </pc:spChg>
        <pc:spChg chg="add del">
          <ac:chgData name="lucien nzeutom" userId="63f8060dc8075082" providerId="LiveId" clId="{315B7981-1787-4C76-8373-5828180AB6C7}" dt="2026-01-01T22:36:28.664" v="583" actId="26606"/>
          <ac:spMkLst>
            <pc:docMk/>
            <pc:sldMk cId="1489453549" sldId="262"/>
            <ac:spMk id="54" creationId="{4C2AC11E-3162-4990-A36E-92B07ECF16C2}"/>
          </ac:spMkLst>
        </pc:spChg>
        <pc:spChg chg="add del">
          <ac:chgData name="lucien nzeutom" userId="63f8060dc8075082" providerId="LiveId" clId="{315B7981-1787-4C76-8373-5828180AB6C7}" dt="2026-01-01T22:36:28.664" v="583" actId="26606"/>
          <ac:spMkLst>
            <pc:docMk/>
            <pc:sldMk cId="1489453549" sldId="262"/>
            <ac:spMk id="55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36:28.664" v="583" actId="26606"/>
          <ac:spMkLst>
            <pc:docMk/>
            <pc:sldMk cId="1489453549" sldId="262"/>
            <ac:spMk id="56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36:28.664" v="583" actId="26606"/>
          <ac:spMkLst>
            <pc:docMk/>
            <pc:sldMk cId="1489453549" sldId="262"/>
            <ac:spMk id="57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36:28.664" v="583" actId="26606"/>
          <ac:spMkLst>
            <pc:docMk/>
            <pc:sldMk cId="1489453549" sldId="262"/>
            <ac:spMk id="58" creationId="{C5EEDDAB-D848-8481-1954-4FA9890316B1}"/>
          </ac:spMkLst>
        </pc:spChg>
        <pc:spChg chg="add del">
          <ac:chgData name="lucien nzeutom" userId="63f8060dc8075082" providerId="LiveId" clId="{315B7981-1787-4C76-8373-5828180AB6C7}" dt="2026-01-01T22:36:30.366" v="585" actId="26606"/>
          <ac:spMkLst>
            <pc:docMk/>
            <pc:sldMk cId="1489453549" sldId="262"/>
            <ac:spMk id="60" creationId="{7979CB03-77A3-48F2-A1C8-52F03FCB3D00}"/>
          </ac:spMkLst>
        </pc:spChg>
        <pc:spChg chg="add del">
          <ac:chgData name="lucien nzeutom" userId="63f8060dc8075082" providerId="LiveId" clId="{315B7981-1787-4C76-8373-5828180AB6C7}" dt="2026-01-01T22:36:30.366" v="585" actId="26606"/>
          <ac:spMkLst>
            <pc:docMk/>
            <pc:sldMk cId="1489453549" sldId="262"/>
            <ac:spMk id="61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36:30.366" v="585" actId="26606"/>
          <ac:spMkLst>
            <pc:docMk/>
            <pc:sldMk cId="1489453549" sldId="262"/>
            <ac:spMk id="62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36:30.366" v="585" actId="26606"/>
          <ac:spMkLst>
            <pc:docMk/>
            <pc:sldMk cId="1489453549" sldId="262"/>
            <ac:spMk id="63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36:30.366" v="585" actId="26606"/>
          <ac:spMkLst>
            <pc:docMk/>
            <pc:sldMk cId="1489453549" sldId="262"/>
            <ac:spMk id="64" creationId="{DAF64DC6-6C3A-9801-53D0-21F5DE4240A7}"/>
          </ac:spMkLst>
        </pc:spChg>
        <pc:spChg chg="add del">
          <ac:chgData name="lucien nzeutom" userId="63f8060dc8075082" providerId="LiveId" clId="{315B7981-1787-4C76-8373-5828180AB6C7}" dt="2026-01-01T22:41:14.934" v="597" actId="26606"/>
          <ac:spMkLst>
            <pc:docMk/>
            <pc:sldMk cId="1489453549" sldId="262"/>
            <ac:spMk id="66" creationId="{4C2AC11E-3162-4990-A36E-92B07ECF16C2}"/>
          </ac:spMkLst>
        </pc:spChg>
        <pc:spChg chg="add del">
          <ac:chgData name="lucien nzeutom" userId="63f8060dc8075082" providerId="LiveId" clId="{315B7981-1787-4C76-8373-5828180AB6C7}" dt="2026-01-01T22:41:14.934" v="597" actId="26606"/>
          <ac:spMkLst>
            <pc:docMk/>
            <pc:sldMk cId="1489453549" sldId="262"/>
            <ac:spMk id="67" creationId="{9073D962-D3D2-4A72-8593-65C213CBFFC3}"/>
          </ac:spMkLst>
        </pc:spChg>
        <pc:spChg chg="add del">
          <ac:chgData name="lucien nzeutom" userId="63f8060dc8075082" providerId="LiveId" clId="{315B7981-1787-4C76-8373-5828180AB6C7}" dt="2026-01-01T22:41:14.934" v="597" actId="26606"/>
          <ac:spMkLst>
            <pc:docMk/>
            <pc:sldMk cId="1489453549" sldId="262"/>
            <ac:spMk id="68" creationId="{2387511B-F6E1-4929-AC90-94FB8B6B0F41}"/>
          </ac:spMkLst>
        </pc:spChg>
        <pc:spChg chg="add del">
          <ac:chgData name="lucien nzeutom" userId="63f8060dc8075082" providerId="LiveId" clId="{315B7981-1787-4C76-8373-5828180AB6C7}" dt="2026-01-01T22:41:14.934" v="597" actId="26606"/>
          <ac:spMkLst>
            <pc:docMk/>
            <pc:sldMk cId="1489453549" sldId="262"/>
            <ac:spMk id="69" creationId="{AA58F78C-27AB-465F-AA33-15E08AF267F9}"/>
          </ac:spMkLst>
        </pc:spChg>
        <pc:spChg chg="add del">
          <ac:chgData name="lucien nzeutom" userId="63f8060dc8075082" providerId="LiveId" clId="{315B7981-1787-4C76-8373-5828180AB6C7}" dt="2026-01-01T22:40:36.985" v="588"/>
          <ac:spMkLst>
            <pc:docMk/>
            <pc:sldMk cId="1489453549" sldId="262"/>
            <ac:spMk id="70" creationId="{C5EEDDAB-D848-8481-1954-4FA9890316B1}"/>
          </ac:spMkLst>
        </pc:spChg>
        <pc:spChg chg="add del">
          <ac:chgData name="lucien nzeutom" userId="63f8060dc8075082" providerId="LiveId" clId="{315B7981-1787-4C76-8373-5828180AB6C7}" dt="2026-01-01T22:41:14.931" v="596" actId="26606"/>
          <ac:spMkLst>
            <pc:docMk/>
            <pc:sldMk cId="1489453549" sldId="262"/>
            <ac:spMk id="76" creationId="{4641DA02-FCED-B4C5-BB1E-0EA04C266E4F}"/>
          </ac:spMkLst>
        </pc:spChg>
        <pc:spChg chg="add del">
          <ac:chgData name="lucien nzeutom" userId="63f8060dc8075082" providerId="LiveId" clId="{315B7981-1787-4C76-8373-5828180AB6C7}" dt="2026-01-01T22:41:08.286" v="594" actId="26606"/>
          <ac:spMkLst>
            <pc:docMk/>
            <pc:sldMk cId="1489453549" sldId="262"/>
            <ac:spMk id="78" creationId="{3F2162BA-EECD-43E0-99D9-C00B19482E50}"/>
          </ac:spMkLst>
        </pc:spChg>
        <pc:spChg chg="add del">
          <ac:chgData name="lucien nzeutom" userId="63f8060dc8075082" providerId="LiveId" clId="{315B7981-1787-4C76-8373-5828180AB6C7}" dt="2026-01-01T22:41:08.286" v="594" actId="26606"/>
          <ac:spMkLst>
            <pc:docMk/>
            <pc:sldMk cId="1489453549" sldId="262"/>
            <ac:spMk id="79" creationId="{398F3DEE-0E56-499F-AFAE-C2DA7C2C815B}"/>
          </ac:spMkLst>
        </pc:spChg>
        <pc:spChg chg="add del">
          <ac:chgData name="lucien nzeutom" userId="63f8060dc8075082" providerId="LiveId" clId="{315B7981-1787-4C76-8373-5828180AB6C7}" dt="2026-01-01T22:41:08.286" v="594" actId="26606"/>
          <ac:spMkLst>
            <pc:docMk/>
            <pc:sldMk cId="1489453549" sldId="262"/>
            <ac:spMk id="80" creationId="{160DB805-F71F-46BB-A8CC-74F6D8306F98}"/>
          </ac:spMkLst>
        </pc:spChg>
        <pc:spChg chg="add del">
          <ac:chgData name="lucien nzeutom" userId="63f8060dc8075082" providerId="LiveId" clId="{315B7981-1787-4C76-8373-5828180AB6C7}" dt="2026-01-01T22:41:08.286" v="594" actId="26606"/>
          <ac:spMkLst>
            <pc:docMk/>
            <pc:sldMk cId="1489453549" sldId="262"/>
            <ac:spMk id="81" creationId="{E85CCF60-79A2-440A-86A2-1A64A59F7B5C}"/>
          </ac:spMkLst>
        </pc:spChg>
        <pc:spChg chg="add del">
          <ac:chgData name="lucien nzeutom" userId="63f8060dc8075082" providerId="LiveId" clId="{315B7981-1787-4C76-8373-5828180AB6C7}" dt="2026-01-01T22:41:08.286" v="594" actId="26606"/>
          <ac:spMkLst>
            <pc:docMk/>
            <pc:sldMk cId="1489453549" sldId="262"/>
            <ac:spMk id="82" creationId="{6F91054C-3439-420E-88EB-F0A5637EC5C4}"/>
          </ac:spMkLst>
        </pc:spChg>
        <pc:grpChg chg="add del">
          <ac:chgData name="lucien nzeutom" userId="63f8060dc8075082" providerId="LiveId" clId="{315B7981-1787-4C76-8373-5828180AB6C7}" dt="2026-01-01T22:41:05.651" v="592" actId="26606"/>
          <ac:grpSpMkLst>
            <pc:docMk/>
            <pc:sldMk cId="1489453549" sldId="262"/>
            <ac:grpSpMk id="74" creationId="{72F20085-0C43-299C-FC87-A15EA5B17DF2}"/>
          </ac:grpSpMkLst>
        </pc:grpChg>
        <pc:grpChg chg="add">
          <ac:chgData name="lucien nzeutom" userId="63f8060dc8075082" providerId="LiveId" clId="{315B7981-1787-4C76-8373-5828180AB6C7}" dt="2026-01-01T22:41:14.934" v="597" actId="26606"/>
          <ac:grpSpMkLst>
            <pc:docMk/>
            <pc:sldMk cId="1489453549" sldId="262"/>
            <ac:grpSpMk id="86" creationId="{72F20085-0C43-299C-FC87-A15EA5B17DF2}"/>
          </ac:grpSpMkLst>
        </pc:grpChg>
        <pc:picChg chg="add mod ord">
          <ac:chgData name="lucien nzeutom" userId="63f8060dc8075082" providerId="LiveId" clId="{315B7981-1787-4C76-8373-5828180AB6C7}" dt="2026-01-01T22:43:33.817" v="611" actId="14100"/>
          <ac:picMkLst>
            <pc:docMk/>
            <pc:sldMk cId="1489453549" sldId="262"/>
            <ac:picMk id="5" creationId="{C4608B71-0810-34C7-8CE1-4A6C6DF39F12}"/>
          </ac:picMkLst>
        </pc:picChg>
        <pc:picChg chg="add mod">
          <ac:chgData name="lucien nzeutom" userId="63f8060dc8075082" providerId="LiveId" clId="{315B7981-1787-4C76-8373-5828180AB6C7}" dt="2026-01-01T22:28:54.569" v="547"/>
          <ac:picMkLst>
            <pc:docMk/>
            <pc:sldMk cId="1489453549" sldId="262"/>
            <ac:picMk id="7" creationId="{DE77881E-2F06-167F-EA20-0A2BD1600556}"/>
          </ac:picMkLst>
        </pc:picChg>
        <pc:picChg chg="add del mod">
          <ac:chgData name="lucien nzeutom" userId="63f8060dc8075082" providerId="LiveId" clId="{315B7981-1787-4C76-8373-5828180AB6C7}" dt="2026-01-01T22:40:11.559" v="587" actId="478"/>
          <ac:picMkLst>
            <pc:docMk/>
            <pc:sldMk cId="1489453549" sldId="262"/>
            <ac:picMk id="10" creationId="{1A2D98A0-82B3-5F31-E896-9AD4B1606BD5}"/>
          </ac:picMkLst>
        </pc:picChg>
        <pc:picChg chg="add mod ord">
          <ac:chgData name="lucien nzeutom" userId="63f8060dc8075082" providerId="LiveId" clId="{315B7981-1787-4C76-8373-5828180AB6C7}" dt="2026-01-01T22:42:54.474" v="602" actId="1076"/>
          <ac:picMkLst>
            <pc:docMk/>
            <pc:sldMk cId="1489453549" sldId="262"/>
            <ac:picMk id="13" creationId="{0A9C61E1-361D-03F8-62CB-B5A809D6960B}"/>
          </ac:picMkLst>
        </pc:picChg>
        <pc:picChg chg="add del mod">
          <ac:chgData name="lucien nzeutom" userId="63f8060dc8075082" providerId="LiveId" clId="{315B7981-1787-4C76-8373-5828180AB6C7}" dt="2026-01-01T22:35:55.831" v="574" actId="478"/>
          <ac:picMkLst>
            <pc:docMk/>
            <pc:sldMk cId="1489453549" sldId="262"/>
            <ac:picMk id="19" creationId="{E25F2977-565F-DCA3-C10D-666C2457F489}"/>
          </ac:picMkLst>
        </pc:picChg>
        <pc:picChg chg="add mod ord">
          <ac:chgData name="lucien nzeutom" userId="63f8060dc8075082" providerId="LiveId" clId="{315B7981-1787-4C76-8373-5828180AB6C7}" dt="2026-01-01T22:43:26.059" v="610" actId="1076"/>
          <ac:picMkLst>
            <pc:docMk/>
            <pc:sldMk cId="1489453549" sldId="262"/>
            <ac:picMk id="22" creationId="{A4A3A2B9-9D04-608B-8125-D6CB72C66AAF}"/>
          </ac:picMkLst>
        </pc:picChg>
        <pc:picChg chg="add mod ord">
          <ac:chgData name="lucien nzeutom" userId="63f8060dc8075082" providerId="LiveId" clId="{315B7981-1787-4C76-8373-5828180AB6C7}" dt="2026-01-01T22:43:37.340" v="612" actId="1076"/>
          <ac:picMkLst>
            <pc:docMk/>
            <pc:sldMk cId="1489453549" sldId="262"/>
            <ac:picMk id="25" creationId="{E8A65B05-CC4D-25B2-6A5D-F9515533D977}"/>
          </ac:picMkLst>
        </pc:picChg>
      </pc:sldChg>
      <pc:sldChg chg="modSp new mod">
        <pc:chgData name="lucien nzeutom" userId="63f8060dc8075082" providerId="LiveId" clId="{315B7981-1787-4C76-8373-5828180AB6C7}" dt="2026-01-01T23:06:43.746" v="624" actId="20577"/>
        <pc:sldMkLst>
          <pc:docMk/>
          <pc:sldMk cId="3916390998" sldId="263"/>
        </pc:sldMkLst>
        <pc:spChg chg="mod">
          <ac:chgData name="lucien nzeutom" userId="63f8060dc8075082" providerId="LiveId" clId="{315B7981-1787-4C76-8373-5828180AB6C7}" dt="2026-01-01T22:47:23.822" v="614"/>
          <ac:spMkLst>
            <pc:docMk/>
            <pc:sldMk cId="3916390998" sldId="263"/>
            <ac:spMk id="2" creationId="{85B022A8-EB7F-B226-8C82-D2255628CFEB}"/>
          </ac:spMkLst>
        </pc:spChg>
        <pc:spChg chg="mod">
          <ac:chgData name="lucien nzeutom" userId="63f8060dc8075082" providerId="LiveId" clId="{315B7981-1787-4C76-8373-5828180AB6C7}" dt="2026-01-01T23:06:43.746" v="624" actId="20577"/>
          <ac:spMkLst>
            <pc:docMk/>
            <pc:sldMk cId="3916390998" sldId="263"/>
            <ac:spMk id="3" creationId="{688EF95F-5BD6-EDFE-9BDD-A56A72A5CD70}"/>
          </ac:spMkLst>
        </pc:spChg>
      </pc:sldChg>
      <pc:sldChg chg="modSp new mod">
        <pc:chgData name="lucien nzeutom" userId="63f8060dc8075082" providerId="LiveId" clId="{315B7981-1787-4C76-8373-5828180AB6C7}" dt="2026-01-01T23:15:42.904" v="636"/>
        <pc:sldMkLst>
          <pc:docMk/>
          <pc:sldMk cId="3403417726" sldId="264"/>
        </pc:sldMkLst>
        <pc:spChg chg="mod">
          <ac:chgData name="lucien nzeutom" userId="63f8060dc8075082" providerId="LiveId" clId="{315B7981-1787-4C76-8373-5828180AB6C7}" dt="2026-01-01T23:11:09.284" v="629" actId="27636"/>
          <ac:spMkLst>
            <pc:docMk/>
            <pc:sldMk cId="3403417726" sldId="264"/>
            <ac:spMk id="2" creationId="{BFDD033B-E4C5-4158-7841-D102B53209FD}"/>
          </ac:spMkLst>
        </pc:spChg>
        <pc:spChg chg="mod">
          <ac:chgData name="lucien nzeutom" userId="63f8060dc8075082" providerId="LiveId" clId="{315B7981-1787-4C76-8373-5828180AB6C7}" dt="2026-01-01T23:15:42.904" v="636"/>
          <ac:spMkLst>
            <pc:docMk/>
            <pc:sldMk cId="3403417726" sldId="264"/>
            <ac:spMk id="3" creationId="{117C5A39-217C-4925-9C4F-32E1C1158B81}"/>
          </ac:spMkLst>
        </pc:spChg>
      </pc:sldChg>
      <pc:sldChg chg="modSp new mod">
        <pc:chgData name="lucien nzeutom" userId="63f8060dc8075082" providerId="LiveId" clId="{315B7981-1787-4C76-8373-5828180AB6C7}" dt="2026-01-01T23:18:34.608" v="645"/>
        <pc:sldMkLst>
          <pc:docMk/>
          <pc:sldMk cId="776522422" sldId="265"/>
        </pc:sldMkLst>
        <pc:spChg chg="mod">
          <ac:chgData name="lucien nzeutom" userId="63f8060dc8075082" providerId="LiveId" clId="{315B7981-1787-4C76-8373-5828180AB6C7}" dt="2026-01-01T23:17:42.067" v="638"/>
          <ac:spMkLst>
            <pc:docMk/>
            <pc:sldMk cId="776522422" sldId="265"/>
            <ac:spMk id="2" creationId="{A699EFF8-FCE9-E96F-6A45-06DA0AEAE7CB}"/>
          </ac:spMkLst>
        </pc:spChg>
        <pc:spChg chg="mod">
          <ac:chgData name="lucien nzeutom" userId="63f8060dc8075082" providerId="LiveId" clId="{315B7981-1787-4C76-8373-5828180AB6C7}" dt="2026-01-01T23:18:34.608" v="645"/>
          <ac:spMkLst>
            <pc:docMk/>
            <pc:sldMk cId="776522422" sldId="265"/>
            <ac:spMk id="3" creationId="{0DE49608-421D-F1F1-9396-4A4D0D1737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3DF79-BE5A-4292-B6E4-930878CB4D06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83671-1F08-4C60-A141-E6028BE09A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66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83671-1F08-4C60-A141-E6028BE09A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58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84D1-8720-6965-9C0B-08F5F231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B91FA-F445-47F1-2F77-C3FF05BCE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058A-0556-33AB-8740-ACDA7B64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7C195-0788-7AAB-7A52-AC9351C0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E75E9-7115-3EB0-470E-B6D4401B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5C13-B7A8-C673-AB18-39020512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EE23-E69A-2A90-EE3B-3A0225FF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FBBF6-3F78-11D7-0BCA-9015E3BC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2F8BF-AD4A-10B4-5141-1FC4B6BC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7A20E-84CC-6D7C-6582-50410891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2B3D-C42F-A9D9-EB75-B5DEEEA6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BB37D-7356-2074-B32C-D895B7DEF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9105E-211C-3EF4-9632-245E8CA2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DD2A-664C-D725-8854-5E94E836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F9401-9C95-2A18-6902-144850BC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3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EC9D-EB6B-0A93-82CC-FDB894E9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65F83-E91C-2778-A04B-4DEAE3137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9CDE-570C-29F5-423B-6D3D3639F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7FEB8-DE19-E8EB-7615-5945BDFC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D8938-F92C-8182-7FA0-686FB5E6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31876-A34B-7F33-71D8-04D970C3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9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B892-0B60-22CE-DC5B-70A09058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FB175-F9D3-B4AB-6FF2-8A7ED493B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D25CA-4348-DA53-CC0A-E069BF9A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C0B10-300C-562A-60EF-C9F4E013D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3F968-721C-CA6A-21D5-BBA70A007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BD30CD-8BEE-D7C5-E1BC-409800AC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28E6A-C851-FBA8-1647-A0C9F18D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4DBA6-1AC4-E5F8-E02E-F32FF391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24CF-E78D-DBC0-24FD-60027D71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E2676-FF33-36AA-C1EF-E79D4207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3CFF7-0827-0AD6-3DC3-BC6A2C7F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D244C-4F65-4A87-8E52-1531CFE5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4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1B48B-7C1D-E1CB-9E3B-4D56B57E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08FFB5-1A08-F896-B5B1-AB128607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61323-E7BD-D941-E85D-26B0A7B1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8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1FD3-0DEE-8B59-4540-87FA3F91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98C9E-A7F1-3692-C7EB-129174CF5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5B4F1-AED4-C3C7-7B6E-04DDFC2DF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3E573-DD4A-B89F-45C3-A575A9BF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D894-5BE8-C96A-70FF-88579D96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BAC52-1AFF-4A13-807E-53186E3A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7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B2E2-5A3A-1E86-52B2-8DB8B558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8627A-8D04-68DF-735E-877668B9D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96F7A-B66A-1166-79DB-DA7611D3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4D30C-8F60-2334-E330-1C9C6346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52948-8A38-B937-8B79-DAA397E7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F7DE0-7307-6382-F3FF-AF1067AD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6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83D1-1A36-8367-70F1-067B7BD8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95759-05A9-1A8E-F647-3ECD116B7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A8E6-FE39-3943-8BBB-ECF585CB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70B72-F791-2BD2-5E74-814E77B0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BB698-6E22-0DBF-4781-CCBD53E9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5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4B554-B27E-4635-018E-46C3C50B5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CD7E7-4540-8966-9472-A04638D5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48B43-61B9-0DE0-0A4D-E362E062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17406-F4B3-75CB-30A7-99854039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DF397-07A3-1C14-2924-96277A00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1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EE683-EAE9-4764-5A5C-5183C07A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05963-98A0-E08C-F6B8-5FD4D4CD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33474-860E-5096-2AE5-A1C5A4249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CB5B-36AC-4C1F-9501-0F5E503849B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5CF30-BC17-4391-2BB9-3BF3DE144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1E8B-D734-D572-A4DF-E4C2A1DD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9B46D-43C5-49CD-B67F-D2162D621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7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FAA7-B8A4-AB4E-222D-ED5E5B353A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 err="1"/>
              <a:t>Analyse</a:t>
            </a:r>
            <a:r>
              <a:rPr lang="en-US" b="1" dirty="0"/>
              <a:t> des données</a:t>
            </a:r>
            <a:br>
              <a:rPr lang="en-US" b="1" dirty="0"/>
            </a:br>
            <a:r>
              <a:rPr lang="en-US" sz="4500" b="1" dirty="0" err="1"/>
              <a:t>Projet</a:t>
            </a:r>
            <a:r>
              <a:rPr lang="en-US" sz="4500" b="1" dirty="0"/>
              <a:t>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12797-68F8-4388-3926-FA90BFA45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 err="1"/>
              <a:t>Méthodologie</a:t>
            </a:r>
            <a:r>
              <a:rPr lang="en-US" dirty="0"/>
              <a:t> et </a:t>
            </a:r>
            <a:r>
              <a:rPr lang="en-US" dirty="0" err="1"/>
              <a:t>résultats</a:t>
            </a:r>
            <a:endParaRPr lang="en-US" dirty="0"/>
          </a:p>
          <a:p>
            <a:pPr algn="l"/>
            <a:r>
              <a:rPr lang="en-US" dirty="0"/>
              <a:t>Lucien Brice Nzeutom </a:t>
            </a:r>
            <a:r>
              <a:rPr lang="en-US" dirty="0" err="1"/>
              <a:t>Tchoupo</a:t>
            </a:r>
            <a:endParaRPr lang="en-US" dirty="0"/>
          </a:p>
          <a:p>
            <a:pPr algn="l"/>
            <a:r>
              <a:rPr lang="en-US" dirty="0"/>
              <a:t>Formation Data Analyst – </a:t>
            </a:r>
            <a:r>
              <a:rPr lang="en-US" dirty="0" err="1"/>
              <a:t>Niveau</a:t>
            </a:r>
            <a:r>
              <a:rPr lang="en-US" dirty="0"/>
              <a:t> 6</a:t>
            </a:r>
          </a:p>
          <a:p>
            <a:pPr algn="l"/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00641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7254-37D8-85C0-CDFC-2828BEEB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Objectifs du projet</a:t>
            </a:r>
            <a:br>
              <a:rPr lang="fr-FR"/>
            </a:b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FAC2-DA9D-B1A0-0647-286608000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Création d’une base de données relationnelle</a:t>
            </a:r>
          </a:p>
          <a:p>
            <a:r>
              <a:rPr lang="fr-FR"/>
              <a:t>Intégration de données contractuelles et géographiques</a:t>
            </a:r>
          </a:p>
          <a:p>
            <a:r>
              <a:rPr lang="fr-FR"/>
              <a:t>Analyse via requêtes SQL</a:t>
            </a:r>
          </a:p>
          <a:p>
            <a:r>
              <a:rPr lang="fr-FR"/>
              <a:t>Production d’indicateurs métiers</a:t>
            </a:r>
          </a:p>
          <a:p>
            <a:endParaRPr lang="fr-FR"/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04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0D7F-E46F-4287-3228-249452F3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fr-FR" sz="3000" b="1"/>
              <a:t>Dictionnaire des données : clés et variables principales</a:t>
            </a:r>
            <a:br>
              <a:rPr lang="fr-FR" sz="3000"/>
            </a:br>
            <a:endParaRPr lang="fr-FR" sz="3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3B79D-16B1-7AB6-4AC0-CCF3A5625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0"/>
            <a:ext cx="6776002" cy="32715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84D9-3D7D-9691-19CF-967C0D0B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458" y="950178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Tables </a:t>
            </a:r>
            <a:r>
              <a:rPr lang="en-US" sz="2000" dirty="0" err="1"/>
              <a:t>principales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Contrat</a:t>
            </a:r>
            <a:endParaRPr lang="en-US" sz="2000" dirty="0"/>
          </a:p>
          <a:p>
            <a:r>
              <a:rPr lang="en-US" sz="2000" dirty="0"/>
              <a:t>Region </a:t>
            </a:r>
          </a:p>
          <a:p>
            <a:pPr marL="0" indent="0">
              <a:buNone/>
            </a:pPr>
            <a:r>
              <a:rPr lang="en-US" sz="2000" dirty="0" err="1"/>
              <a:t>Clés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Contrat_ID</a:t>
            </a:r>
            <a:r>
              <a:rPr lang="en-US" sz="2000" dirty="0"/>
              <a:t>: </a:t>
            </a:r>
            <a:r>
              <a:rPr lang="en-US" sz="2000" dirty="0" err="1"/>
              <a:t>clé</a:t>
            </a:r>
            <a:r>
              <a:rPr lang="en-US" sz="2000" dirty="0"/>
              <a:t> </a:t>
            </a:r>
            <a:r>
              <a:rPr lang="en-US" sz="2000" dirty="0" err="1"/>
              <a:t>primaire</a:t>
            </a:r>
            <a:r>
              <a:rPr lang="en-US" sz="2000" dirty="0"/>
              <a:t> de la table </a:t>
            </a:r>
            <a:r>
              <a:rPr lang="en-US" sz="2000" dirty="0" err="1"/>
              <a:t>Contrat</a:t>
            </a:r>
            <a:endParaRPr lang="en-US" sz="2000" dirty="0"/>
          </a:p>
          <a:p>
            <a:r>
              <a:rPr lang="fr-FR" sz="2000" dirty="0" err="1"/>
              <a:t>Code_dep_code_commune</a:t>
            </a:r>
            <a:r>
              <a:rPr lang="fr-FR" sz="2000" dirty="0"/>
              <a:t> :</a:t>
            </a:r>
          </a:p>
          <a:p>
            <a:pPr lvl="1"/>
            <a:r>
              <a:rPr lang="fr-FR" sz="2000" dirty="0"/>
              <a:t>clé primaire dans la table Région</a:t>
            </a:r>
          </a:p>
          <a:p>
            <a:pPr lvl="1"/>
            <a:r>
              <a:rPr lang="fr-FR" sz="2000" dirty="0"/>
              <a:t>clé étrangère dans la table Contrat</a:t>
            </a:r>
          </a:p>
          <a:p>
            <a:pPr marL="0" indent="0">
              <a:buNone/>
            </a:pPr>
            <a:r>
              <a:rPr lang="en-US" sz="2000" dirty="0" err="1"/>
              <a:t>Rôle</a:t>
            </a:r>
            <a:endParaRPr lang="en-US" sz="2000" dirty="0"/>
          </a:p>
          <a:p>
            <a:r>
              <a:rPr lang="fr-FR" sz="2000" dirty="0"/>
              <a:t>Permet de relier les contrats à leur localisation géographique</a:t>
            </a:r>
            <a:endParaRPr lang="en-US" sz="2000" dirty="0"/>
          </a:p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547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E58A3-3FD1-E182-C6C3-43334D22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fr-FR" sz="2800"/>
              <a:t>Schéma relationnel de la base de données</a:t>
            </a:r>
          </a:p>
        </p:txBody>
      </p:sp>
      <p:sp>
        <p:nvSpPr>
          <p:cNvPr id="28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3BA717A9-70B8-EF3F-4DE0-87F31B83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2130552"/>
            <a:ext cx="3677919" cy="3904488"/>
          </a:xfrm>
        </p:spPr>
        <p:txBody>
          <a:bodyPr>
            <a:normAutofit/>
          </a:bodyPr>
          <a:lstStyle/>
          <a:p>
            <a:r>
              <a:rPr lang="fr-FR" sz="1800"/>
              <a:t>Relation entre Contrat et </a:t>
            </a:r>
            <a:r>
              <a:rPr lang="fr-FR" sz="1800" err="1"/>
              <a:t>Region</a:t>
            </a:r>
            <a:endParaRPr lang="fr-FR" sz="1800"/>
          </a:p>
          <a:p>
            <a:r>
              <a:rPr lang="fr-FR" sz="1800"/>
              <a:t>Table </a:t>
            </a:r>
            <a:r>
              <a:rPr lang="fr-FR" sz="1800" err="1"/>
              <a:t>Region</a:t>
            </a:r>
            <a:r>
              <a:rPr lang="fr-FR" sz="1800"/>
              <a:t>:</a:t>
            </a:r>
          </a:p>
          <a:p>
            <a:pPr lvl="1"/>
            <a:r>
              <a:rPr lang="fr-FR" sz="1600"/>
              <a:t>Clé primaire : </a:t>
            </a:r>
            <a:r>
              <a:rPr lang="fr-FR" sz="1600" err="1"/>
              <a:t>Code_dep_code_commune</a:t>
            </a:r>
            <a:endParaRPr lang="fr-FR" sz="1600"/>
          </a:p>
          <a:p>
            <a:r>
              <a:rPr lang="fr-FR" sz="1800"/>
              <a:t>Table Contrat:</a:t>
            </a:r>
          </a:p>
          <a:p>
            <a:pPr lvl="1"/>
            <a:r>
              <a:rPr lang="fr-FR" sz="1600"/>
              <a:t>Clé primaire : </a:t>
            </a:r>
            <a:r>
              <a:rPr lang="fr-FR" sz="1600" err="1"/>
              <a:t>Contrat_ID</a:t>
            </a:r>
            <a:endParaRPr lang="fr-FR" sz="1600"/>
          </a:p>
          <a:p>
            <a:pPr lvl="1"/>
            <a:r>
              <a:rPr lang="fr-FR" sz="1600"/>
              <a:t>Clé étrangère: </a:t>
            </a:r>
            <a:r>
              <a:rPr lang="fr-FR" sz="1600" err="1"/>
              <a:t>Code_dep_code_commune</a:t>
            </a:r>
            <a:endParaRPr lang="fr-FR" sz="1600"/>
          </a:p>
          <a:p>
            <a:r>
              <a:rPr lang="fr-FR" sz="1800"/>
              <a:t>Cette relation permet de relier chaque contrat à une localisation géographique (Relation : 1-N )</a:t>
            </a:r>
          </a:p>
          <a:p>
            <a:r>
              <a:rPr lang="fr-FR" sz="1800"/>
              <a:t>Outil : SQL Power Architect.</a:t>
            </a:r>
          </a:p>
          <a:p>
            <a:endParaRPr lang="fr-FR" sz="1800"/>
          </a:p>
          <a:p>
            <a:endParaRPr lang="en-US" sz="170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1DFDCF-DF0B-1ABD-26A7-ABAAE857F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9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4D327EF6-1201-4218-AA98-3DA5A0F4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864AAEA-8DC4-4D15-864C-B53C5B4C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420664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DE0A9-3BDB-A1E5-3B15-7048ADB0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575094"/>
            <a:ext cx="4697303" cy="2254370"/>
          </a:xfrm>
        </p:spPr>
        <p:txBody>
          <a:bodyPr>
            <a:normAutofit/>
          </a:bodyPr>
          <a:lstStyle/>
          <a:p>
            <a:r>
              <a:rPr lang="fr-FR" sz="4000"/>
              <a:t>Base de données utilisée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EC3E28-590A-4CF8-0681-CDDCBF067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" r="-1"/>
          <a:stretch>
            <a:fillRect/>
          </a:stretch>
        </p:blipFill>
        <p:spPr>
          <a:xfrm>
            <a:off x="5553513" y="49330"/>
            <a:ext cx="6542032" cy="337133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4EB786-135A-93EF-F8E1-7845EC757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" b="1"/>
          <a:stretch>
            <a:fillRect/>
          </a:stretch>
        </p:blipFill>
        <p:spPr>
          <a:xfrm>
            <a:off x="-1" y="3429254"/>
            <a:ext cx="6098917" cy="34287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94BE-27AE-31AE-CC5D-C672E984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3823854"/>
            <a:ext cx="4626790" cy="2628901"/>
          </a:xfrm>
        </p:spPr>
        <p:txBody>
          <a:bodyPr anchor="ctr">
            <a:normAutofit/>
          </a:bodyPr>
          <a:lstStyle/>
          <a:p>
            <a:r>
              <a:rPr lang="fr-FR" sz="1900" dirty="0"/>
              <a:t>Environnement </a:t>
            </a:r>
            <a:r>
              <a:rPr lang="en-US" sz="1900" dirty="0"/>
              <a:t>: SQLite</a:t>
            </a:r>
          </a:p>
          <a:p>
            <a:r>
              <a:rPr lang="en-US" sz="1900" dirty="0"/>
              <a:t>Tables </a:t>
            </a:r>
            <a:r>
              <a:rPr lang="en-US" sz="1900" dirty="0" err="1"/>
              <a:t>créées</a:t>
            </a:r>
            <a:r>
              <a:rPr lang="en-US" sz="1900" dirty="0"/>
              <a:t>:</a:t>
            </a:r>
          </a:p>
          <a:p>
            <a:pPr lvl="1"/>
            <a:r>
              <a:rPr lang="en-US" sz="1900" dirty="0" err="1"/>
              <a:t>Contrat</a:t>
            </a:r>
            <a:endParaRPr lang="en-US" sz="1900" dirty="0"/>
          </a:p>
          <a:p>
            <a:pPr lvl="1"/>
            <a:r>
              <a:rPr lang="en-US" sz="1900" dirty="0"/>
              <a:t>Region</a:t>
            </a:r>
          </a:p>
          <a:p>
            <a:r>
              <a:rPr lang="en-US" sz="1900" dirty="0"/>
              <a:t>Données </a:t>
            </a:r>
            <a:r>
              <a:rPr lang="en-US" sz="1900" dirty="0" err="1"/>
              <a:t>importées</a:t>
            </a:r>
            <a:r>
              <a:rPr lang="en-US" sz="1900" dirty="0"/>
              <a:t> </a:t>
            </a:r>
            <a:r>
              <a:rPr lang="en-US" sz="1900" dirty="0" err="1"/>
              <a:t>depuis</a:t>
            </a:r>
            <a:r>
              <a:rPr lang="en-US" sz="1900" dirty="0"/>
              <a:t> </a:t>
            </a:r>
            <a:r>
              <a:rPr lang="en-US" sz="1900" dirty="0" err="1"/>
              <a:t>fichiers</a:t>
            </a:r>
            <a:r>
              <a:rPr lang="en-US" sz="1900" dirty="0"/>
              <a:t> CSV</a:t>
            </a:r>
          </a:p>
          <a:p>
            <a:r>
              <a:rPr lang="en-US" sz="1900" dirty="0" err="1"/>
              <a:t>Vérification</a:t>
            </a:r>
            <a:r>
              <a:rPr lang="en-US" sz="1900" dirty="0"/>
              <a:t> du </a:t>
            </a:r>
            <a:r>
              <a:rPr lang="en-US" sz="1900" dirty="0" err="1"/>
              <a:t>nombre</a:t>
            </a:r>
            <a:r>
              <a:rPr lang="en-US" sz="1900" dirty="0"/>
              <a:t> de </a:t>
            </a:r>
            <a:r>
              <a:rPr lang="en-US" sz="1900" dirty="0" err="1"/>
              <a:t>lignes</a:t>
            </a:r>
            <a:endParaRPr lang="en-US" sz="1900" dirty="0"/>
          </a:p>
          <a:p>
            <a:r>
              <a:rPr lang="fr-FR" sz="1900" dirty="0"/>
              <a:t>Volume : ~30k contrats analysés.</a:t>
            </a:r>
          </a:p>
          <a:p>
            <a:pPr marL="0" indent="0">
              <a:buNone/>
            </a:pPr>
            <a:endParaRPr lang="fr-FR" sz="1900" dirty="0"/>
          </a:p>
        </p:txBody>
      </p:sp>
    </p:spTree>
    <p:extLst>
      <p:ext uri="{BB962C8B-B14F-4D97-AF65-F5344CB8AC3E}">
        <p14:creationId xmlns:p14="http://schemas.microsoft.com/office/powerpoint/2010/main" val="154234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6B63-899A-A2DD-BA95-60E7D3BA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Méthodologie d’analyse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A4CA8-D4AF-1497-95CA-5D7FBCAF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Utilisation de SELECT, WHERE, JOIN</a:t>
            </a:r>
          </a:p>
          <a:p>
            <a:r>
              <a:rPr lang="fr-FR"/>
              <a:t>Agrégations : COUNT, AVG</a:t>
            </a:r>
          </a:p>
          <a:p>
            <a:r>
              <a:rPr lang="fr-FR"/>
              <a:t>Regroupements : GROUP BY</a:t>
            </a:r>
          </a:p>
          <a:p>
            <a:r>
              <a:rPr lang="fr-FR"/>
              <a:t>Filtres : HAVING</a:t>
            </a:r>
          </a:p>
        </p:txBody>
      </p:sp>
    </p:spTree>
    <p:extLst>
      <p:ext uri="{BB962C8B-B14F-4D97-AF65-F5344CB8AC3E}">
        <p14:creationId xmlns:p14="http://schemas.microsoft.com/office/powerpoint/2010/main" val="181194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9893-D8D5-CE2C-4281-8BBC7B7D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25" y="972743"/>
            <a:ext cx="3808221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Exemples de requêtes SQL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608B71-0810-34C7-8CE1-4A6C6DF39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94" y="557001"/>
            <a:ext cx="3601166" cy="3269501"/>
          </a:xfrm>
          <a:prstGeom prst="rect">
            <a:avLst/>
          </a:prstGeom>
        </p:spPr>
      </p:pic>
      <p:pic>
        <p:nvPicPr>
          <p:cNvPr id="22" name="Content Placeholder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A3A2B9-9D04-608B-8125-D6CB72C66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31" y="557001"/>
            <a:ext cx="2936230" cy="278207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9C61E1-361D-03F8-62CB-B5A809D69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73" y="4046802"/>
            <a:ext cx="3387407" cy="1227935"/>
          </a:xfrm>
          <a:prstGeom prst="rect">
            <a:avLst/>
          </a:prstGeom>
        </p:spPr>
      </p:pic>
      <p:pic>
        <p:nvPicPr>
          <p:cNvPr id="25" name="Content Placeholder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A65B05-CC4D-25B2-6A5D-F9515533D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31" y="3826502"/>
            <a:ext cx="2785857" cy="1957064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72F20085-0C43-299C-FC87-A15EA5B17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54FA71-1216-ED47-8C82-A149C9BED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435D7EF-0D33-C544-118A-466BD5822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945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22A8-EB7F-B226-8C82-D2255628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Résultats clés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F95F-5BD6-EDFE-9BDD-A56A72A5C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Les </a:t>
            </a:r>
            <a:r>
              <a:rPr lang="fr-FR" b="1"/>
              <a:t>départements avec les cotisations les plus élevées</a:t>
            </a:r>
            <a:r>
              <a:rPr lang="fr-FR"/>
              <a:t> sont identifiés grâce à la moyenne mensuelle</a:t>
            </a:r>
          </a:p>
          <a:p>
            <a:r>
              <a:rPr lang="fr-FR"/>
              <a:t>Les données permettent de comparer les territoires selon l’intensité et la valeur des contrats</a:t>
            </a:r>
          </a:p>
          <a:p>
            <a:r>
              <a:rPr lang="fr-FR"/>
              <a:t>Certaines communes comptent </a:t>
            </a:r>
            <a:r>
              <a:rPr lang="fr-FR" b="1"/>
              <a:t>plus de 200 contrats</a:t>
            </a:r>
            <a:r>
              <a:rPr lang="fr-FR"/>
              <a:t>, montrant une forte concentration locale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39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033B-E4C5-4158-7841-D102B532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Difficultés et apprentissages</a:t>
            </a:r>
            <a:br>
              <a:rPr lang="fr-FR"/>
            </a:b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5A39-217C-4925-9C4F-32E1C1158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Gestion des types de données</a:t>
            </a:r>
          </a:p>
          <a:p>
            <a:r>
              <a:rPr lang="fr-FR"/>
              <a:t>Problèmes de jointures</a:t>
            </a:r>
          </a:p>
          <a:p>
            <a:r>
              <a:rPr lang="fr-FR"/>
              <a:t>Nettoyage des données CSV</a:t>
            </a:r>
          </a:p>
          <a:p>
            <a:r>
              <a:rPr lang="fr-FR"/>
              <a:t>Compréhension des clés primaires / étrangères</a:t>
            </a:r>
          </a:p>
        </p:txBody>
      </p:sp>
    </p:spTree>
    <p:extLst>
      <p:ext uri="{BB962C8B-B14F-4D97-AF65-F5344CB8AC3E}">
        <p14:creationId xmlns:p14="http://schemas.microsoft.com/office/powerpoint/2010/main" val="340341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EFF8-FCE9-E96F-6A45-06DA0AEA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9608-421D-F1F1-9396-4A4D0D173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Montée en compétences en SQL</a:t>
            </a:r>
          </a:p>
          <a:p>
            <a:r>
              <a:rPr lang="fr-FR"/>
              <a:t>Compréhension des bases relationnelles</a:t>
            </a:r>
          </a:p>
          <a:p>
            <a:r>
              <a:rPr lang="fr-FR"/>
              <a:t>Capacité à produire des indicateurs métiers</a:t>
            </a:r>
          </a:p>
          <a:p>
            <a:r>
              <a:rPr lang="fr-FR"/>
              <a:t>Projet formateur et professionnalisant</a:t>
            </a:r>
          </a:p>
        </p:txBody>
      </p:sp>
    </p:spTree>
    <p:extLst>
      <p:ext uri="{BB962C8B-B14F-4D97-AF65-F5344CB8AC3E}">
        <p14:creationId xmlns:p14="http://schemas.microsoft.com/office/powerpoint/2010/main" val="77652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306</Words>
  <Application>Microsoft Office PowerPoint</Application>
  <PresentationFormat>Widescreen</PresentationFormat>
  <Paragraphs>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Analyse des données Projet SQL</vt:lpstr>
      <vt:lpstr>Objectifs du projet </vt:lpstr>
      <vt:lpstr>Dictionnaire des données : clés et variables principales </vt:lpstr>
      <vt:lpstr>Schéma relationnel de la base de données</vt:lpstr>
      <vt:lpstr>Base de données utilisée</vt:lpstr>
      <vt:lpstr>Méthodologie d’analyse</vt:lpstr>
      <vt:lpstr>Exemples de requêtes SQL</vt:lpstr>
      <vt:lpstr>Résultats clés</vt:lpstr>
      <vt:lpstr>Difficultés et apprentissages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lucien nzeutom</dc:creator>
  <cp:lastModifiedBy>lucien nzeutom</cp:lastModifiedBy>
  <cp:revision>3</cp:revision>
  <dcterms:created xsi:type="dcterms:W3CDTF">2026-01-01T18:39:05Z</dcterms:created>
  <dcterms:modified xsi:type="dcterms:W3CDTF">2026-01-20T16:31:08Z</dcterms:modified>
</cp:coreProperties>
</file>