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F1706-BBD7-4439-98B0-AC4810E22310}" v="273" dt="2026-01-09T22:51:04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en nzeutom" userId="63f8060dc8075082" providerId="LiveId" clId="{315B7981-1787-4C76-8373-5828180AB6C7}"/>
    <pc:docChg chg="undo redo custSel modSld">
      <pc:chgData name="lucien nzeutom" userId="63f8060dc8075082" providerId="LiveId" clId="{315B7981-1787-4C76-8373-5828180AB6C7}" dt="2026-01-09T22:51:37.629" v="898" actId="20577"/>
      <pc:docMkLst>
        <pc:docMk/>
      </pc:docMkLst>
      <pc:sldChg chg="delSp mod">
        <pc:chgData name="lucien nzeutom" userId="63f8060dc8075082" providerId="LiveId" clId="{315B7981-1787-4C76-8373-5828180AB6C7}" dt="2026-01-09T22:39:13.383" v="756" actId="478"/>
        <pc:sldMkLst>
          <pc:docMk/>
          <pc:sldMk cId="0" sldId="257"/>
        </pc:sldMkLst>
        <pc:spChg chg="del">
          <ac:chgData name="lucien nzeutom" userId="63f8060dc8075082" providerId="LiveId" clId="{315B7981-1787-4C76-8373-5828180AB6C7}" dt="2026-01-09T22:39:13.383" v="756" actId="478"/>
          <ac:spMkLst>
            <pc:docMk/>
            <pc:sldMk cId="0" sldId="257"/>
            <ac:spMk id="132" creationId="{00000000-0000-0000-0000-000000000000}"/>
          </ac:spMkLst>
        </pc:spChg>
      </pc:sldChg>
      <pc:sldChg chg="delSp mod">
        <pc:chgData name="lucien nzeutom" userId="63f8060dc8075082" providerId="LiveId" clId="{315B7981-1787-4C76-8373-5828180AB6C7}" dt="2026-01-09T22:39:07.763" v="755" actId="478"/>
        <pc:sldMkLst>
          <pc:docMk/>
          <pc:sldMk cId="0" sldId="258"/>
        </pc:sldMkLst>
        <pc:spChg chg="del">
          <ac:chgData name="lucien nzeutom" userId="63f8060dc8075082" providerId="LiveId" clId="{315B7981-1787-4C76-8373-5828180AB6C7}" dt="2026-01-09T22:39:07.763" v="755" actId="478"/>
          <ac:spMkLst>
            <pc:docMk/>
            <pc:sldMk cId="0" sldId="258"/>
            <ac:spMk id="139" creationId="{00000000-0000-0000-0000-000000000000}"/>
          </ac:spMkLst>
        </pc:spChg>
        <pc:spChg chg="del">
          <ac:chgData name="lucien nzeutom" userId="63f8060dc8075082" providerId="LiveId" clId="{315B7981-1787-4C76-8373-5828180AB6C7}" dt="2026-01-09T22:39:01.291" v="754" actId="478"/>
          <ac:spMkLst>
            <pc:docMk/>
            <pc:sldMk cId="0" sldId="258"/>
            <ac:spMk id="140" creationId="{00000000-0000-0000-0000-000000000000}"/>
          </ac:spMkLst>
        </pc:spChg>
      </pc:sldChg>
      <pc:sldChg chg="delSp mod">
        <pc:chgData name="lucien nzeutom" userId="63f8060dc8075082" providerId="LiveId" clId="{315B7981-1787-4C76-8373-5828180AB6C7}" dt="2026-01-09T22:38:54.229" v="753" actId="478"/>
        <pc:sldMkLst>
          <pc:docMk/>
          <pc:sldMk cId="0" sldId="259"/>
        </pc:sldMkLst>
        <pc:spChg chg="del">
          <ac:chgData name="lucien nzeutom" userId="63f8060dc8075082" providerId="LiveId" clId="{315B7981-1787-4C76-8373-5828180AB6C7}" dt="2026-01-09T22:38:54.229" v="753" actId="478"/>
          <ac:spMkLst>
            <pc:docMk/>
            <pc:sldMk cId="0" sldId="259"/>
            <ac:spMk id="147" creationId="{00000000-0000-0000-0000-000000000000}"/>
          </ac:spMkLst>
        </pc:spChg>
      </pc:sldChg>
      <pc:sldChg chg="addSp delSp modSp mod">
        <pc:chgData name="lucien nzeutom" userId="63f8060dc8075082" providerId="LiveId" clId="{315B7981-1787-4C76-8373-5828180AB6C7}" dt="2026-01-09T22:38:42.916" v="752" actId="478"/>
        <pc:sldMkLst>
          <pc:docMk/>
          <pc:sldMk cId="0" sldId="260"/>
        </pc:sldMkLst>
        <pc:spChg chg="mod">
          <ac:chgData name="lucien nzeutom" userId="63f8060dc8075082" providerId="LiveId" clId="{315B7981-1787-4C76-8373-5828180AB6C7}" dt="2026-01-09T14:21:50.856" v="5" actId="12"/>
          <ac:spMkLst>
            <pc:docMk/>
            <pc:sldMk cId="0" sldId="260"/>
            <ac:spMk id="153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8:42.916" v="752" actId="478"/>
          <ac:spMkLst>
            <pc:docMk/>
            <pc:sldMk cId="0" sldId="260"/>
            <ac:spMk id="154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4:06:02.649" v="1" actId="1957"/>
          <ac:graphicFrameMkLst>
            <pc:docMk/>
            <pc:sldMk cId="0" sldId="260"/>
            <ac:graphicFrameMk id="4" creationId="{47E8217D-B288-EFCB-A9D0-F53E58774D90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38:19.507" v="751" actId="478"/>
        <pc:sldMkLst>
          <pc:docMk/>
          <pc:sldMk cId="0" sldId="261"/>
        </pc:sldMkLst>
        <pc:spChg chg="add mod">
          <ac:chgData name="lucien nzeutom" userId="63f8060dc8075082" providerId="LiveId" clId="{315B7981-1787-4C76-8373-5828180AB6C7}" dt="2026-01-09T14:46:38.862" v="31" actId="1076"/>
          <ac:spMkLst>
            <pc:docMk/>
            <pc:sldMk cId="0" sldId="261"/>
            <ac:spMk id="2" creationId="{CF421A44-71E3-D7C9-7253-5422BEC1488C}"/>
          </ac:spMkLst>
        </pc:spChg>
        <pc:spChg chg="del">
          <ac:chgData name="lucien nzeutom" userId="63f8060dc8075082" providerId="LiveId" clId="{315B7981-1787-4C76-8373-5828180AB6C7}" dt="2026-01-09T14:23:23.925" v="6"/>
          <ac:spMkLst>
            <pc:docMk/>
            <pc:sldMk cId="0" sldId="261"/>
            <ac:spMk id="160" creationId="{00000000-0000-0000-0000-000000000000}"/>
          </ac:spMkLst>
        </pc:spChg>
        <pc:spChg chg="del">
          <ac:chgData name="lucien nzeutom" userId="63f8060dc8075082" providerId="LiveId" clId="{315B7981-1787-4C76-8373-5828180AB6C7}" dt="2026-01-09T22:38:19.507" v="751" actId="478"/>
          <ac:spMkLst>
            <pc:docMk/>
            <pc:sldMk cId="0" sldId="261"/>
            <ac:spMk id="161" creationId="{00000000-0000-0000-0000-000000000000}"/>
          </ac:spMkLst>
        </pc:spChg>
      </pc:sldChg>
      <pc:sldChg chg="addSp delSp modSp mod">
        <pc:chgData name="lucien nzeutom" userId="63f8060dc8075082" providerId="LiveId" clId="{315B7981-1787-4C76-8373-5828180AB6C7}" dt="2026-01-09T22:38:06.575" v="750" actId="478"/>
        <pc:sldMkLst>
          <pc:docMk/>
          <pc:sldMk cId="0" sldId="262"/>
        </pc:sldMkLst>
        <pc:spChg chg="mod">
          <ac:chgData name="lucien nzeutom" userId="63f8060dc8075082" providerId="LiveId" clId="{315B7981-1787-4C76-8373-5828180AB6C7}" dt="2026-01-09T14:58:12.656" v="74" actId="1076"/>
          <ac:spMkLst>
            <pc:docMk/>
            <pc:sldMk cId="0" sldId="262"/>
            <ac:spMk id="167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8:06.575" v="750" actId="478"/>
          <ac:spMkLst>
            <pc:docMk/>
            <pc:sldMk cId="0" sldId="262"/>
            <ac:spMk id="168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8:02.402" v="748" actId="478"/>
          <ac:spMkLst>
            <pc:docMk/>
            <pc:sldMk cId="0" sldId="262"/>
            <ac:spMk id="169" creationId="{00000000-0000-0000-0000-000000000000}"/>
          </ac:spMkLst>
        </pc:spChg>
        <pc:graphicFrameChg chg="add del mod">
          <ac:chgData name="lucien nzeutom" userId="63f8060dc8075082" providerId="LiveId" clId="{315B7981-1787-4C76-8373-5828180AB6C7}" dt="2026-01-09T14:48:01.931" v="36" actId="478"/>
          <ac:graphicFrameMkLst>
            <pc:docMk/>
            <pc:sldMk cId="0" sldId="262"/>
            <ac:graphicFrameMk id="4" creationId="{7116F49B-5EE7-449E-D201-A56E80B7FE64}"/>
          </ac:graphicFrameMkLst>
        </pc:graphicFrameChg>
        <pc:graphicFrameChg chg="add mod">
          <ac:chgData name="lucien nzeutom" userId="63f8060dc8075082" providerId="LiveId" clId="{315B7981-1787-4C76-8373-5828180AB6C7}" dt="2026-01-09T14:58:24.310" v="78" actId="1076"/>
          <ac:graphicFrameMkLst>
            <pc:docMk/>
            <pc:sldMk cId="0" sldId="262"/>
            <ac:graphicFrameMk id="7" creationId="{BA12C2BA-1DCF-06EC-8DD7-0232136A187A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39:52.373" v="757" actId="478"/>
        <pc:sldMkLst>
          <pc:docMk/>
          <pc:sldMk cId="0" sldId="263"/>
        </pc:sldMkLst>
        <pc:spChg chg="mod">
          <ac:chgData name="lucien nzeutom" userId="63f8060dc8075082" providerId="LiveId" clId="{315B7981-1787-4C76-8373-5828180AB6C7}" dt="2026-01-09T15:00:51.660" v="84" actId="20577"/>
          <ac:spMkLst>
            <pc:docMk/>
            <pc:sldMk cId="0" sldId="263"/>
            <ac:spMk id="175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9:52.373" v="757" actId="478"/>
          <ac:spMkLst>
            <pc:docMk/>
            <pc:sldMk cId="0" sldId="263"/>
            <ac:spMk id="176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5:08:15.264" v="119" actId="14100"/>
          <ac:graphicFrameMkLst>
            <pc:docMk/>
            <pc:sldMk cId="0" sldId="263"/>
            <ac:graphicFrameMk id="4" creationId="{F6797A11-1F95-506E-499A-F831C351F9C6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15:33:19.246" v="271" actId="1076"/>
        <pc:sldMkLst>
          <pc:docMk/>
          <pc:sldMk cId="0" sldId="264"/>
        </pc:sldMkLst>
        <pc:spChg chg="del mod">
          <ac:chgData name="lucien nzeutom" userId="63f8060dc8075082" providerId="LiveId" clId="{315B7981-1787-4C76-8373-5828180AB6C7}" dt="2026-01-09T15:21:36.778" v="197" actId="21"/>
          <ac:spMkLst>
            <pc:docMk/>
            <pc:sldMk cId="0" sldId="264"/>
            <ac:spMk id="182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5:33:19.246" v="271" actId="1076"/>
          <ac:spMkLst>
            <pc:docMk/>
            <pc:sldMk cId="0" sldId="264"/>
            <ac:spMk id="183" creationId="{00000000-0000-0000-0000-000000000000}"/>
          </ac:spMkLst>
        </pc:spChg>
        <pc:graphicFrameChg chg="add del mod modGraphic">
          <ac:chgData name="lucien nzeutom" userId="63f8060dc8075082" providerId="LiveId" clId="{315B7981-1787-4C76-8373-5828180AB6C7}" dt="2026-01-09T15:13:05.496" v="125" actId="478"/>
          <ac:graphicFrameMkLst>
            <pc:docMk/>
            <pc:sldMk cId="0" sldId="264"/>
            <ac:graphicFrameMk id="2" creationId="{356B68FB-3A12-A5C7-CDA6-F2DBF0458E66}"/>
          </ac:graphicFrameMkLst>
        </pc:graphicFrameChg>
        <pc:graphicFrameChg chg="add del mod modGraphic">
          <ac:chgData name="lucien nzeutom" userId="63f8060dc8075082" providerId="LiveId" clId="{315B7981-1787-4C76-8373-5828180AB6C7}" dt="2026-01-09T15:24:18.530" v="212" actId="21"/>
          <ac:graphicFrameMkLst>
            <pc:docMk/>
            <pc:sldMk cId="0" sldId="264"/>
            <ac:graphicFrameMk id="3" creationId="{353989C9-4B82-78D2-91EF-81D3A80AEB9C}"/>
          </ac:graphicFrameMkLst>
        </pc:graphicFrameChg>
        <pc:graphicFrameChg chg="add mod">
          <ac:chgData name="lucien nzeutom" userId="63f8060dc8075082" providerId="LiveId" clId="{315B7981-1787-4C76-8373-5828180AB6C7}" dt="2026-01-09T15:25:30.049" v="217"/>
          <ac:graphicFrameMkLst>
            <pc:docMk/>
            <pc:sldMk cId="0" sldId="264"/>
            <ac:graphicFrameMk id="4" creationId="{79D65579-2502-CBC0-5213-BD61B0E447E1}"/>
          </ac:graphicFrameMkLst>
        </pc:graphicFrameChg>
        <pc:graphicFrameChg chg="add mod">
          <ac:chgData name="lucien nzeutom" userId="63f8060dc8075082" providerId="LiveId" clId="{315B7981-1787-4C76-8373-5828180AB6C7}" dt="2026-01-09T15:25:40.146" v="218"/>
          <ac:graphicFrameMkLst>
            <pc:docMk/>
            <pc:sldMk cId="0" sldId="264"/>
            <ac:graphicFrameMk id="5" creationId="{F5A39998-4E5E-6276-C1D6-C36384AC745E}"/>
          </ac:graphicFrameMkLst>
        </pc:graphicFrameChg>
        <pc:graphicFrameChg chg="add mod modGraphic">
          <ac:chgData name="lucien nzeutom" userId="63f8060dc8075082" providerId="LiveId" clId="{315B7981-1787-4C76-8373-5828180AB6C7}" dt="2026-01-09T15:27:12.333" v="221" actId="947"/>
          <ac:graphicFrameMkLst>
            <pc:docMk/>
            <pc:sldMk cId="0" sldId="264"/>
            <ac:graphicFrameMk id="6" creationId="{285CD407-827E-6AEA-76FD-8A3FD8414E3E}"/>
          </ac:graphicFrameMkLst>
        </pc:graphicFrameChg>
        <pc:graphicFrameChg chg="add del mod modGraphic">
          <ac:chgData name="lucien nzeutom" userId="63f8060dc8075082" providerId="LiveId" clId="{315B7981-1787-4C76-8373-5828180AB6C7}" dt="2026-01-09T15:31:28.192" v="259" actId="21"/>
          <ac:graphicFrameMkLst>
            <pc:docMk/>
            <pc:sldMk cId="0" sldId="264"/>
            <ac:graphicFrameMk id="7" creationId="{DD178C73-DB67-6AC6-8A7F-709162EA9227}"/>
          </ac:graphicFrameMkLst>
        </pc:graphicFrameChg>
        <pc:graphicFrameChg chg="add mod modGraphic">
          <ac:chgData name="lucien nzeutom" userId="63f8060dc8075082" providerId="LiveId" clId="{315B7981-1787-4C76-8373-5828180AB6C7}" dt="2026-01-09T15:33:11.480" v="270" actId="255"/>
          <ac:graphicFrameMkLst>
            <pc:docMk/>
            <pc:sldMk cId="0" sldId="264"/>
            <ac:graphicFrameMk id="8" creationId="{A3358B4C-5D23-23C7-8E2A-AA55C035E2E6}"/>
          </ac:graphicFrameMkLst>
        </pc:graphicFrameChg>
      </pc:sldChg>
      <pc:sldChg chg="addSp modSp mod">
        <pc:chgData name="lucien nzeutom" userId="63f8060dc8075082" providerId="LiveId" clId="{315B7981-1787-4C76-8373-5828180AB6C7}" dt="2026-01-09T15:36:26.524" v="284" actId="255"/>
        <pc:sldMkLst>
          <pc:docMk/>
          <pc:sldMk cId="0" sldId="265"/>
        </pc:sldMkLst>
        <pc:spChg chg="mod">
          <ac:chgData name="lucien nzeutom" userId="63f8060dc8075082" providerId="LiveId" clId="{315B7981-1787-4C76-8373-5828180AB6C7}" dt="2026-01-09T15:35:28.261" v="275" actId="14100"/>
          <ac:spMkLst>
            <pc:docMk/>
            <pc:sldMk cId="0" sldId="265"/>
            <ac:spMk id="189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5:33:33.873" v="272" actId="1076"/>
          <ac:spMkLst>
            <pc:docMk/>
            <pc:sldMk cId="0" sldId="265"/>
            <ac:spMk id="190" creationId="{00000000-0000-0000-0000-000000000000}"/>
          </ac:spMkLst>
        </pc:spChg>
        <pc:graphicFrameChg chg="add mod modGraphic">
          <ac:chgData name="lucien nzeutom" userId="63f8060dc8075082" providerId="LiveId" clId="{315B7981-1787-4C76-8373-5828180AB6C7}" dt="2026-01-09T15:36:26.524" v="284" actId="255"/>
          <ac:graphicFrameMkLst>
            <pc:docMk/>
            <pc:sldMk cId="0" sldId="265"/>
            <ac:graphicFrameMk id="2" creationId="{094482AA-D71C-4B48-522E-F3080089A890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15:50:40.376" v="423"/>
        <pc:sldMkLst>
          <pc:docMk/>
          <pc:sldMk cId="0" sldId="266"/>
        </pc:sldMkLst>
        <pc:spChg chg="mod">
          <ac:chgData name="lucien nzeutom" userId="63f8060dc8075082" providerId="LiveId" clId="{315B7981-1787-4C76-8373-5828180AB6C7}" dt="2026-01-09T15:37:16.047" v="286" actId="14100"/>
          <ac:spMkLst>
            <pc:docMk/>
            <pc:sldMk cId="0" sldId="266"/>
            <ac:spMk id="196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5:37:06.464" v="285" actId="1076"/>
          <ac:spMkLst>
            <pc:docMk/>
            <pc:sldMk cId="0" sldId="266"/>
            <ac:spMk id="197" creationId="{00000000-0000-0000-0000-000000000000}"/>
          </ac:spMkLst>
        </pc:spChg>
        <pc:graphicFrameChg chg="add del mod modGraphic">
          <ac:chgData name="lucien nzeutom" userId="63f8060dc8075082" providerId="LiveId" clId="{315B7981-1787-4C76-8373-5828180AB6C7}" dt="2026-01-09T15:38:14.242" v="292" actId="21"/>
          <ac:graphicFrameMkLst>
            <pc:docMk/>
            <pc:sldMk cId="0" sldId="266"/>
            <ac:graphicFrameMk id="2" creationId="{E22CDF16-11BB-ECFE-27EB-D290DCB5AC61}"/>
          </ac:graphicFrameMkLst>
        </pc:graphicFrameChg>
        <pc:graphicFrameChg chg="add mod">
          <ac:chgData name="lucien nzeutom" userId="63f8060dc8075082" providerId="LiveId" clId="{315B7981-1787-4C76-8373-5828180AB6C7}" dt="2026-01-09T15:50:40.376" v="423"/>
          <ac:graphicFrameMkLst>
            <pc:docMk/>
            <pc:sldMk cId="0" sldId="266"/>
            <ac:graphicFrameMk id="5" creationId="{D877A905-A893-4601-0367-231991485E66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40:13.871" v="758" actId="478"/>
        <pc:sldMkLst>
          <pc:docMk/>
          <pc:sldMk cId="0" sldId="267"/>
        </pc:sldMkLst>
        <pc:spChg chg="add mod">
          <ac:chgData name="lucien nzeutom" userId="63f8060dc8075082" providerId="LiveId" clId="{315B7981-1787-4C76-8373-5828180AB6C7}" dt="2026-01-09T15:23:43.364" v="204"/>
          <ac:spMkLst>
            <pc:docMk/>
            <pc:sldMk cId="0" sldId="267"/>
            <ac:spMk id="2" creationId="{1CEE432F-904D-33C4-6A2A-6BC43B52FBAC}"/>
          </ac:spMkLst>
        </pc:spChg>
        <pc:spChg chg="add del">
          <ac:chgData name="lucien nzeutom" userId="63f8060dc8075082" providerId="LiveId" clId="{315B7981-1787-4C76-8373-5828180AB6C7}" dt="2026-01-09T15:24:05.289" v="210" actId="21"/>
          <ac:spMkLst>
            <pc:docMk/>
            <pc:sldMk cId="0" sldId="267"/>
            <ac:spMk id="203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40:13.871" v="758" actId="478"/>
          <ac:spMkLst>
            <pc:docMk/>
            <pc:sldMk cId="0" sldId="267"/>
            <ac:spMk id="204" creationId="{00000000-0000-0000-0000-000000000000}"/>
          </ac:spMkLst>
        </pc:spChg>
        <pc:graphicFrameChg chg="add mod modGraphic">
          <ac:chgData name="lucien nzeutom" userId="63f8060dc8075082" providerId="LiveId" clId="{315B7981-1787-4C76-8373-5828180AB6C7}" dt="2026-01-09T15:47:53.858" v="383" actId="20577"/>
          <ac:graphicFrameMkLst>
            <pc:docMk/>
            <pc:sldMk cId="0" sldId="267"/>
            <ac:graphicFrameMk id="3" creationId="{6903B2C4-574F-43E1-21D2-CC04B311CD1E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40:18.879" v="759" actId="478"/>
        <pc:sldMkLst>
          <pc:docMk/>
          <pc:sldMk cId="0" sldId="268"/>
        </pc:sldMkLst>
        <pc:spChg chg="del mod">
          <ac:chgData name="lucien nzeutom" userId="63f8060dc8075082" providerId="LiveId" clId="{315B7981-1787-4C76-8373-5828180AB6C7}" dt="2026-01-09T22:40:18.879" v="759" actId="478"/>
          <ac:spMkLst>
            <pc:docMk/>
            <pc:sldMk cId="0" sldId="268"/>
            <ac:spMk id="211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5:31:37.462" v="261" actId="1076"/>
          <ac:graphicFrameMkLst>
            <pc:docMk/>
            <pc:sldMk cId="0" sldId="268"/>
            <ac:graphicFrameMk id="7" creationId="{DD178C73-DB67-6AC6-8A7F-709162EA9227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40:23.512" v="760" actId="478"/>
        <pc:sldMkLst>
          <pc:docMk/>
          <pc:sldMk cId="0" sldId="269"/>
        </pc:sldMkLst>
        <pc:spChg chg="add mod">
          <ac:chgData name="lucien nzeutom" userId="63f8060dc8075082" providerId="LiveId" clId="{315B7981-1787-4C76-8373-5828180AB6C7}" dt="2026-01-09T16:09:00.615" v="448" actId="14100"/>
          <ac:spMkLst>
            <pc:docMk/>
            <pc:sldMk cId="0" sldId="269"/>
            <ac:spMk id="2" creationId="{945E93C6-DE2B-153F-A5AD-A4FF007E2CE2}"/>
          </ac:spMkLst>
        </pc:spChg>
        <pc:spChg chg="del">
          <ac:chgData name="lucien nzeutom" userId="63f8060dc8075082" providerId="LiveId" clId="{315B7981-1787-4C76-8373-5828180AB6C7}" dt="2026-01-09T15:59:49.064" v="424"/>
          <ac:spMkLst>
            <pc:docMk/>
            <pc:sldMk cId="0" sldId="269"/>
            <ac:spMk id="217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40:23.512" v="760" actId="478"/>
          <ac:spMkLst>
            <pc:docMk/>
            <pc:sldMk cId="0" sldId="269"/>
            <ac:spMk id="218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6:08:52.141" v="446" actId="14100"/>
          <ac:graphicFrameMkLst>
            <pc:docMk/>
            <pc:sldMk cId="0" sldId="269"/>
            <ac:graphicFrameMk id="5" creationId="{1659F3AE-916D-ED94-7EC0-DD10FD5A9615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51:37.629" v="898" actId="20577"/>
        <pc:sldMkLst>
          <pc:docMk/>
          <pc:sldMk cId="0" sldId="270"/>
        </pc:sldMkLst>
        <pc:spChg chg="add del mod">
          <ac:chgData name="lucien nzeutom" userId="63f8060dc8075082" providerId="LiveId" clId="{315B7981-1787-4C76-8373-5828180AB6C7}" dt="2026-01-09T22:23:21.185" v="671"/>
          <ac:spMkLst>
            <pc:docMk/>
            <pc:sldMk cId="0" sldId="270"/>
            <ac:spMk id="2" creationId="{3DF5B97B-AF73-8124-1364-6C7514503FD8}"/>
          </ac:spMkLst>
        </pc:spChg>
        <pc:spChg chg="add">
          <ac:chgData name="lucien nzeutom" userId="63f8060dc8075082" providerId="LiveId" clId="{315B7981-1787-4C76-8373-5828180AB6C7}" dt="2026-01-09T16:29:23.311" v="487"/>
          <ac:spMkLst>
            <pc:docMk/>
            <pc:sldMk cId="0" sldId="270"/>
            <ac:spMk id="2" creationId="{4BC86411-EFFD-122F-573F-BCF61FA00435}"/>
          </ac:spMkLst>
        </pc:spChg>
        <pc:spChg chg="add mod">
          <ac:chgData name="lucien nzeutom" userId="63f8060dc8075082" providerId="LiveId" clId="{315B7981-1787-4C76-8373-5828180AB6C7}" dt="2026-01-09T16:29:40.088" v="489"/>
          <ac:spMkLst>
            <pc:docMk/>
            <pc:sldMk cId="0" sldId="270"/>
            <ac:spMk id="3" creationId="{03EB428E-79B2-56E9-0238-799BC92497B0}"/>
          </ac:spMkLst>
        </pc:spChg>
        <pc:spChg chg="mod">
          <ac:chgData name="lucien nzeutom" userId="63f8060dc8075082" providerId="LiveId" clId="{315B7981-1787-4C76-8373-5828180AB6C7}" dt="2026-01-09T22:51:37.629" v="898" actId="20577"/>
          <ac:spMkLst>
            <pc:docMk/>
            <pc:sldMk cId="0" sldId="270"/>
            <ac:spMk id="224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6:16:59.932" v="457" actId="1076"/>
          <ac:spMkLst>
            <pc:docMk/>
            <pc:sldMk cId="0" sldId="270"/>
            <ac:spMk id="225" creationId="{00000000-0000-0000-0000-000000000000}"/>
          </ac:spMkLst>
        </pc:spChg>
        <pc:graphicFrameChg chg="add del mod">
          <ac:chgData name="lucien nzeutom" userId="63f8060dc8075082" providerId="LiveId" clId="{315B7981-1787-4C76-8373-5828180AB6C7}" dt="2026-01-09T22:08:36.063" v="614" actId="478"/>
          <ac:graphicFrameMkLst>
            <pc:docMk/>
            <pc:sldMk cId="0" sldId="270"/>
            <ac:graphicFrameMk id="4" creationId="{A33994A9-BAC2-4232-7689-E5775B79A5B5}"/>
          </ac:graphicFrameMkLst>
        </pc:graphicFrameChg>
        <pc:graphicFrameChg chg="add del mod">
          <ac:chgData name="lucien nzeutom" userId="63f8060dc8075082" providerId="LiveId" clId="{315B7981-1787-4C76-8373-5828180AB6C7}" dt="2026-01-09T22:15:56.926" v="645" actId="478"/>
          <ac:graphicFrameMkLst>
            <pc:docMk/>
            <pc:sldMk cId="0" sldId="270"/>
            <ac:graphicFrameMk id="5" creationId="{057C39F1-62D1-AD90-E134-8622FFC76473}"/>
          </ac:graphicFrameMkLst>
        </pc:graphicFrameChg>
        <pc:graphicFrameChg chg="add del mod">
          <ac:chgData name="lucien nzeutom" userId="63f8060dc8075082" providerId="LiveId" clId="{315B7981-1787-4C76-8373-5828180AB6C7}" dt="2026-01-09T22:27:03.361" v="706" actId="478"/>
          <ac:graphicFrameMkLst>
            <pc:docMk/>
            <pc:sldMk cId="0" sldId="270"/>
            <ac:graphicFrameMk id="10" creationId="{3E4056D4-B38F-51BA-759A-726B3D183574}"/>
          </ac:graphicFrameMkLst>
        </pc:graphicFrameChg>
        <pc:graphicFrameChg chg="add del mod">
          <ac:chgData name="lucien nzeutom" userId="63f8060dc8075082" providerId="LiveId" clId="{315B7981-1787-4C76-8373-5828180AB6C7}" dt="2026-01-09T22:27:14.077" v="708" actId="478"/>
          <ac:graphicFrameMkLst>
            <pc:docMk/>
            <pc:sldMk cId="0" sldId="270"/>
            <ac:graphicFrameMk id="11" creationId="{037464D5-538F-D9E3-F335-8BDE33DD28DA}"/>
          </ac:graphicFrameMkLst>
        </pc:graphicFrameChg>
      </pc:sldChg>
      <pc:sldChg chg="modSp mod">
        <pc:chgData name="lucien nzeutom" userId="63f8060dc8075082" providerId="LiveId" clId="{315B7981-1787-4C76-8373-5828180AB6C7}" dt="2026-01-09T22:37:12.985" v="745" actId="113"/>
        <pc:sldMkLst>
          <pc:docMk/>
          <pc:sldMk cId="0" sldId="271"/>
        </pc:sldMkLst>
        <pc:spChg chg="mod">
          <ac:chgData name="lucien nzeutom" userId="63f8060dc8075082" providerId="LiveId" clId="{315B7981-1787-4C76-8373-5828180AB6C7}" dt="2026-01-09T22:31:18.756" v="715" actId="1076"/>
          <ac:spMkLst>
            <pc:docMk/>
            <pc:sldMk cId="0" sldId="271"/>
            <ac:spMk id="230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22:37:12.985" v="745" actId="113"/>
          <ac:spMkLst>
            <pc:docMk/>
            <pc:sldMk cId="0" sldId="271"/>
            <ac:spMk id="23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417-407A-854D-62C559F6B7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417-407A-854D-62C559F6B73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sous-nourris</c:v>
                </c:pt>
                <c:pt idx="1">
                  <c:v>nourris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7.1</c:v>
                </c:pt>
                <c:pt idx="1">
                  <c:v>92.9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C7-41DE-9DDF-C4B6475E421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8B5-456F-904F-1B0EC0DF88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8B5-456F-904F-1B0EC0DF88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8B5-456F-904F-1B0EC0DF887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8B5-456F-904F-1B0EC0DF887A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Alimentation humaine</c:v>
                </c:pt>
                <c:pt idx="1">
                  <c:v>Aliments animaux</c:v>
                </c:pt>
                <c:pt idx="2">
                  <c:v>Pertes</c:v>
                </c:pt>
                <c:pt idx="3">
                  <c:v>Restes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0.496</c:v>
                </c:pt>
                <c:pt idx="1">
                  <c:v>0.13200000000000001</c:v>
                </c:pt>
                <c:pt idx="2" formatCode="0%">
                  <c:v>4.5999999999999999E-2</c:v>
                </c:pt>
                <c:pt idx="3">
                  <c:v>0.29499999999999998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6-4ABE-A46D-757F35691CC9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FD1-4922-83D6-F4E8D498BFF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FD1-4922-83D6-F4E8D498BFF1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Humaine</c:v>
                </c:pt>
                <c:pt idx="1">
                  <c:v>Animale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0.54100000000000004</c:v>
                </c:pt>
                <c:pt idx="1">
                  <c:v>0.45900000000000002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8A-43C2-83D3-CD08F70AF51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 (%)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Haïti</c:v>
                </c:pt>
                <c:pt idx="1">
                  <c:v>Corée du Nord</c:v>
                </c:pt>
                <c:pt idx="2">
                  <c:v>Madagascar</c:v>
                </c:pt>
                <c:pt idx="3">
                  <c:v>Libéria</c:v>
                </c:pt>
                <c:pt idx="4">
                  <c:v>Lesotho</c:v>
                </c:pt>
                <c:pt idx="5">
                  <c:v>Sierra Leone</c:v>
                </c:pt>
                <c:pt idx="6">
                  <c:v>Tchad</c:v>
                </c:pt>
                <c:pt idx="7">
                  <c:v>Zimbabwe</c:v>
                </c:pt>
                <c:pt idx="8">
                  <c:v>Afghanistan</c:v>
                </c:pt>
                <c:pt idx="9">
                  <c:v>Yémen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48.3</c:v>
                </c:pt>
                <c:pt idx="1">
                  <c:v>47.2</c:v>
                </c:pt>
                <c:pt idx="2">
                  <c:v>41.1</c:v>
                </c:pt>
                <c:pt idx="3">
                  <c:v>38.299999999999997</c:v>
                </c:pt>
                <c:pt idx="4">
                  <c:v>38</c:v>
                </c:pt>
                <c:pt idx="5">
                  <c:v>36.700000000000003</c:v>
                </c:pt>
                <c:pt idx="6">
                  <c:v>35.9</c:v>
                </c:pt>
                <c:pt idx="7">
                  <c:v>34.6</c:v>
                </c:pt>
                <c:pt idx="8">
                  <c:v>30.3</c:v>
                </c:pt>
                <c:pt idx="9">
                  <c:v>29.8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32-4B60-9248-F786BD456C3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206018112"/>
        <c:axId val="206018592"/>
      </c:barChart>
      <c:catAx>
        <c:axId val="20601811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6018592"/>
        <c:crosses val="autoZero"/>
        <c:auto val="1"/>
        <c:lblAlgn val="ctr"/>
        <c:lblOffset val="100"/>
        <c:noMultiLvlLbl val="0"/>
      </c:catAx>
      <c:valAx>
        <c:axId val="20601859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6018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Aide (milliard de tonnes)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Syrie</c:v>
                </c:pt>
                <c:pt idx="1">
                  <c:v>Éthiopie</c:v>
                </c:pt>
                <c:pt idx="2">
                  <c:v>Yémen</c:v>
                </c:pt>
                <c:pt idx="3">
                  <c:v>Soudan du Sud</c:v>
                </c:pt>
                <c:pt idx="4">
                  <c:v>Soudan</c:v>
                </c:pt>
                <c:pt idx="5">
                  <c:v>Kenya</c:v>
                </c:pt>
                <c:pt idx="6">
                  <c:v>Bangladesh</c:v>
                </c:pt>
                <c:pt idx="7">
                  <c:v>Somalie</c:v>
                </c:pt>
                <c:pt idx="8">
                  <c:v>RD Congo</c:v>
                </c:pt>
                <c:pt idx="9">
                  <c:v>Niger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1.86</c:v>
                </c:pt>
                <c:pt idx="1">
                  <c:v>1.39</c:v>
                </c:pt>
                <c:pt idx="2">
                  <c:v>1.21</c:v>
                </c:pt>
                <c:pt idx="3">
                  <c:v>0.83</c:v>
                </c:pt>
                <c:pt idx="4">
                  <c:v>0.71</c:v>
                </c:pt>
                <c:pt idx="5">
                  <c:v>0.56000000000000005</c:v>
                </c:pt>
                <c:pt idx="6">
                  <c:v>0.53</c:v>
                </c:pt>
                <c:pt idx="7">
                  <c:v>0.47</c:v>
                </c:pt>
                <c:pt idx="8">
                  <c:v>0.43</c:v>
                </c:pt>
                <c:pt idx="9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B7-418A-AB3D-A55AACFDEB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2087632"/>
        <c:axId val="200423808"/>
      </c:barChart>
      <c:catAx>
        <c:axId val="208763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23808"/>
        <c:crosses val="autoZero"/>
        <c:auto val="1"/>
        <c:lblAlgn val="ctr"/>
        <c:lblOffset val="100"/>
        <c:noMultiLvlLbl val="0"/>
      </c:catAx>
      <c:valAx>
        <c:axId val="20042380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8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Evolution aide </a:t>
            </a:r>
            <a:r>
              <a:rPr lang="en-US" dirty="0" err="1"/>
              <a:t>alimentaire</a:t>
            </a:r>
            <a:r>
              <a:rPr lang="en-US" dirty="0"/>
              <a:t> 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Syrie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564</c:v>
                </c:pt>
                <c:pt idx="1">
                  <c:v>652</c:v>
                </c:pt>
                <c:pt idx="2">
                  <c:v>525</c:v>
                </c:pt>
                <c:pt idx="3">
                  <c:v>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26-49FC-806A-2A685600F4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Ethiopie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591</c:v>
                </c:pt>
                <c:pt idx="1">
                  <c:v>775</c:v>
                </c:pt>
                <c:pt idx="2">
                  <c:v>203</c:v>
                </c:pt>
                <c:pt idx="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26-49FC-806A-2A685600F4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Yémen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264</c:v>
                </c:pt>
                <c:pt idx="1">
                  <c:v>103</c:v>
                </c:pt>
                <c:pt idx="2">
                  <c:v>372</c:v>
                </c:pt>
                <c:pt idx="3">
                  <c:v>476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26-49FC-806A-2A685600F45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Soudan Sud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196</c:v>
                </c:pt>
                <c:pt idx="1">
                  <c:v>450</c:v>
                </c:pt>
                <c:pt idx="2">
                  <c:v>185</c:v>
                </c:pt>
                <c:pt idx="3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26-49FC-806A-2A685600F45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Soudan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Sheet1!$F$2:$F$5</c:f>
              <c:numCache>
                <c:formatCode>General</c:formatCode>
                <c:ptCount val="4"/>
                <c:pt idx="0">
                  <c:v>228</c:v>
                </c:pt>
                <c:pt idx="1">
                  <c:v>330</c:v>
                </c:pt>
                <c:pt idx="2">
                  <c:v>87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F26-49FC-806A-2A685600F45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7394511"/>
        <c:axId val="1047394991"/>
      </c:lineChart>
      <c:catAx>
        <c:axId val="1047394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Année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47394991"/>
        <c:crosses val="autoZero"/>
        <c:auto val="1"/>
        <c:lblAlgn val="ctr"/>
        <c:lblOffset val="100"/>
        <c:noMultiLvlLbl val="0"/>
      </c:catAx>
      <c:valAx>
        <c:axId val="104739499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Aide</a:t>
                </a:r>
                <a:r>
                  <a:rPr lang="en-US" baseline="0" dirty="0"/>
                  <a:t> </a:t>
                </a:r>
                <a:r>
                  <a:rPr lang="en-US" baseline="0" dirty="0" err="1"/>
                  <a:t>en</a:t>
                </a:r>
                <a:r>
                  <a:rPr lang="en-US" baseline="0" dirty="0"/>
                  <a:t> million de dollars </a:t>
                </a:r>
                <a:endParaRPr lang="fr-F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crossAx val="104739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kcal/pers/jour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Autriche</c:v>
                </c:pt>
                <c:pt idx="1">
                  <c:v>Belgique</c:v>
                </c:pt>
                <c:pt idx="2">
                  <c:v>Turquie</c:v>
                </c:pt>
                <c:pt idx="3">
                  <c:v>USA</c:v>
                </c:pt>
                <c:pt idx="4">
                  <c:v>Israël</c:v>
                </c:pt>
                <c:pt idx="5">
                  <c:v>Irlande</c:v>
                </c:pt>
                <c:pt idx="6">
                  <c:v>Italie</c:v>
                </c:pt>
                <c:pt idx="7">
                  <c:v>Luxembourg</c:v>
                </c:pt>
                <c:pt idx="8">
                  <c:v>Égypte</c:v>
                </c:pt>
                <c:pt idx="9">
                  <c:v>Allemagne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3770</c:v>
                </c:pt>
                <c:pt idx="1">
                  <c:v>3737</c:v>
                </c:pt>
                <c:pt idx="2">
                  <c:v>3708</c:v>
                </c:pt>
                <c:pt idx="3">
                  <c:v>3682</c:v>
                </c:pt>
                <c:pt idx="4">
                  <c:v>3610</c:v>
                </c:pt>
                <c:pt idx="5">
                  <c:v>3602</c:v>
                </c:pt>
                <c:pt idx="6">
                  <c:v>3578</c:v>
                </c:pt>
                <c:pt idx="7">
                  <c:v>3540</c:v>
                </c:pt>
                <c:pt idx="8">
                  <c:v>3518</c:v>
                </c:pt>
                <c:pt idx="9">
                  <c:v>3503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0D-4728-B684-3107281C8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194939408"/>
        <c:axId val="194939888"/>
      </c:barChart>
      <c:catAx>
        <c:axId val="19493940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94939888"/>
        <c:crosses val="autoZero"/>
        <c:auto val="1"/>
        <c:lblAlgn val="ctr"/>
        <c:lblOffset val="100"/>
        <c:noMultiLvlLbl val="0"/>
      </c:catAx>
      <c:valAx>
        <c:axId val="19493988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9493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kcal/pers/jour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Rép. centrafricaine</c:v>
                </c:pt>
                <c:pt idx="1">
                  <c:v>Zambie</c:v>
                </c:pt>
                <c:pt idx="2">
                  <c:v>Madagascar</c:v>
                </c:pt>
                <c:pt idx="3">
                  <c:v>Afghanistan</c:v>
                </c:pt>
                <c:pt idx="4">
                  <c:v>Haïti</c:v>
                </c:pt>
                <c:pt idx="5">
                  <c:v>Corée du Nord</c:v>
                </c:pt>
                <c:pt idx="6">
                  <c:v>Tchad</c:v>
                </c:pt>
                <c:pt idx="7">
                  <c:v>Zimbabwe</c:v>
                </c:pt>
                <c:pt idx="8">
                  <c:v>Ouganda</c:v>
                </c:pt>
                <c:pt idx="9">
                  <c:v>Éthiopie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1879</c:v>
                </c:pt>
                <c:pt idx="1">
                  <c:v>1924</c:v>
                </c:pt>
                <c:pt idx="2">
                  <c:v>2056</c:v>
                </c:pt>
                <c:pt idx="3">
                  <c:v>2087</c:v>
                </c:pt>
                <c:pt idx="4">
                  <c:v>2089</c:v>
                </c:pt>
                <c:pt idx="5">
                  <c:v>2093</c:v>
                </c:pt>
                <c:pt idx="6">
                  <c:v>2109</c:v>
                </c:pt>
                <c:pt idx="7">
                  <c:v>2113</c:v>
                </c:pt>
                <c:pt idx="8">
                  <c:v>2126</c:v>
                </c:pt>
                <c:pt idx="9">
                  <c:v>2129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9B-4DF2-8661-CFD1BD8ED1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362643824"/>
        <c:axId val="362646224"/>
      </c:barChart>
      <c:catAx>
        <c:axId val="36264382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62646224"/>
        <c:crosses val="autoZero"/>
        <c:auto val="1"/>
        <c:lblAlgn val="ctr"/>
        <c:lblOffset val="100"/>
        <c:noMultiLvlLbl val="0"/>
      </c:catAx>
      <c:valAx>
        <c:axId val="36264622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62643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5F1-40CE-89D5-7ADE43CA603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5F1-40CE-89D5-7ADE43CA6037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5F1-40CE-89D5-7ADE43CA6037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Sous-nutrition</c:v>
                </c:pt>
                <c:pt idx="1">
                  <c:v>Exports/production manioc</c:v>
                </c:pt>
                <c:pt idx="2">
                  <c:v>Reste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9.1999999999999998E-2</c:v>
                </c:pt>
                <c:pt idx="1">
                  <c:v>0.83399999999999996</c:v>
                </c:pt>
                <c:pt idx="2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D4-4C1D-9968-61092A63E87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Julien Laole</a:t>
            </a:r>
            <a:endParaRPr sz="280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FAO</a:t>
            </a:r>
            <a:endParaRPr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2C7E74-C8D5-9730-833B-292769C8D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899" y="3299365"/>
            <a:ext cx="6325935" cy="3345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Analyser la sous-nutrition, disponibilité alimentaire, aide, pour proposer des solutions à la FAO</a:t>
            </a:r>
          </a:p>
          <a:p>
            <a:pPr marL="114300" indent="0">
              <a:spcBef>
                <a:spcPts val="0"/>
              </a:spcBef>
              <a:buNone/>
            </a:pPr>
            <a:endParaRPr lang="fr-FR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Données utilisées (4 fichiers CSV FAO 2017)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Population : Pays, Année, Population (milliers d’habitants).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Sous-nutrition : Pays, Intervalle années, Valeur (millions de personnes).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Disponibilité alimentaire : 17 variables (kcal/pers/jour, protéines, etc.), en milliers de tonnes pour quantités.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Aide alimentaire : Pays, Année, Produit, Quantité (tonnes).</a:t>
            </a:r>
          </a:p>
          <a:p>
            <a:pPr marL="571500" lvl="1" indent="0">
              <a:spcBef>
                <a:spcPts val="0"/>
              </a:spcBef>
              <a:buNone/>
            </a:pPr>
            <a:endParaRPr lang="fr-FR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Sources : Téléchargées de FAOSTAT (libres)</a:t>
            </a:r>
          </a:p>
          <a:p>
            <a:pPr marL="114300" indent="0">
              <a:spcBef>
                <a:spcPts val="0"/>
              </a:spcBef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7E911-ACAD-20C3-8A82-79ED2D1C1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38" y="2898288"/>
            <a:ext cx="10084812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Outil : Python (Pandas pour nettoyage/jointures,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groupby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pour calculs).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Étapes 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Chargement et exploration 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head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(), info()).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Nettoyage : NaN → 0, unités harmonisées (population ×1000, sous-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×1M, quantités ×1000 tonnes).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Jointures : Sur 'Zone' pour combiner population/sous-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/dispo.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Calculs : Proportions, totaux kcal (dispo/pers/jour × pop × 365), besoins 2500 kcal/pers/jour.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Focus 2017 (dispo fixe, sous-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2016-2018 pour approx).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4896631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535,7 millions de personnes sous-nourries.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Proportion mondiale : 7,1 %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249D13F-E542-00A3-C0B4-2E2333FC59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9339982"/>
              </p:ext>
            </p:extLst>
          </p:nvPr>
        </p:nvGraphicFramePr>
        <p:xfrm>
          <a:off x="5715343" y="2275750"/>
          <a:ext cx="5764980" cy="3529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 Chiffre : 8,37 milliards personnes.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Kcal/pers/jour : 2500 (standard FAO).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Justification : Dispo totale kcal (somme dispo/pers/jour × pop × 365) / (2500 × 365).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Résultat : +110 % des besoins de la population réelle (7,55 milliards)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421A44-71E3-D7C9-7253-5422BEC14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3429000"/>
            <a:ext cx="5089281" cy="125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6,90 milliards de personnes avec produits végétaux uniquement (91,5 % de la population mondiale) Même calcul, filtre origine végétale</a:t>
            </a:r>
            <a:endParaRPr lang="fr-FR" dirty="0"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396680" y="2363102"/>
            <a:ext cx="5699319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Alimentation humaine : 49,6 % (4,88B tonnes).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Aliments animaux : 13,2 % (1,30B tonnes).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Pertes : 4,6 % (0,45B tonnes).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Autres (semences, traitement) : Calculés (ex. semences 1,6 %, traitement 27,9 %).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Équation : Prod + </a:t>
            </a:r>
            <a:r>
              <a:rPr lang="fr-FR" dirty="0" err="1"/>
              <a:t>Imp</a:t>
            </a:r>
            <a:r>
              <a:rPr lang="fr-FR" dirty="0"/>
              <a:t> - </a:t>
            </a:r>
            <a:r>
              <a:rPr lang="fr-FR" dirty="0" err="1"/>
              <a:t>Exp</a:t>
            </a:r>
            <a:r>
              <a:rPr lang="fr-FR" dirty="0"/>
              <a:t> + Stock = Dispo = Semences + Pertes + Nourriture + Animaux + Traitement + Autres.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A12C2BA-1DCF-06EC-8DD7-0232136A1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604083"/>
              </p:ext>
            </p:extLst>
          </p:nvPr>
        </p:nvGraphicFramePr>
        <p:xfrm>
          <a:off x="5931876" y="2363102"/>
          <a:ext cx="6096001" cy="3636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726467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dirty="0"/>
              <a:t>Céréales principales : Blé, Riz, Maïs, Orge, etc. Total 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• Humaine : 54,1 %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• Animale : 45,9 %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797A11-1F95-506E-499A-F831C351F9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7049341"/>
              </p:ext>
            </p:extLst>
          </p:nvPr>
        </p:nvGraphicFramePr>
        <p:xfrm>
          <a:off x="6311900" y="2436613"/>
          <a:ext cx="5624867" cy="3636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A7781A4-8F6B-1421-DF3E-BEA1C53A2E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875012"/>
              </p:ext>
            </p:extLst>
          </p:nvPr>
        </p:nvGraphicFramePr>
        <p:xfrm>
          <a:off x="1879134" y="2223082"/>
          <a:ext cx="8062752" cy="4066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7C4DCD8-51B9-23B5-C7F4-2C94F3027E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720020"/>
              </p:ext>
            </p:extLst>
          </p:nvPr>
        </p:nvGraphicFramePr>
        <p:xfrm>
          <a:off x="1979802" y="2248250"/>
          <a:ext cx="7600602" cy="4304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77A905-A893-4601-0367-231991485E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82459"/>
              </p:ext>
            </p:extLst>
          </p:nvPr>
        </p:nvGraphicFramePr>
        <p:xfrm>
          <a:off x="1974273" y="2193810"/>
          <a:ext cx="9164782" cy="4518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066C0F7-C839-A3EF-2944-0D06974123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358175"/>
              </p:ext>
            </p:extLst>
          </p:nvPr>
        </p:nvGraphicFramePr>
        <p:xfrm>
          <a:off x="1497897" y="2206305"/>
          <a:ext cx="7830661" cy="4570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2941468-0064-DBDF-92DB-577AB5AD2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542166"/>
              </p:ext>
            </p:extLst>
          </p:nvPr>
        </p:nvGraphicFramePr>
        <p:xfrm>
          <a:off x="2248248" y="2206304"/>
          <a:ext cx="7517001" cy="4299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5E93C6-DE2B-153F-A5AD-A4FF007E2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154341"/>
            <a:ext cx="670386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Sous-nutrition : 9,0 % (6,2M/69,2M habitants).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Exports/production manioc : 83,4 % (25,2M/30,2M tonnes).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Logique ? Non : Export massif malgré sous-</a:t>
            </a:r>
            <a:r>
              <a:rPr kumimoji="0" lang="fr-FR" altLang="fr-FR" sz="2500" b="0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(priorités économiques).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Dispo/habitant Thaïlande : 2946 kcal/pers/jour (au-dessus 2500, mais inégalités).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659F3AE-916D-ED94-7EC0-DD10FD5A96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153391"/>
              </p:ext>
            </p:extLst>
          </p:nvPr>
        </p:nvGraphicFramePr>
        <p:xfrm>
          <a:off x="6095999" y="2154340"/>
          <a:ext cx="5853545" cy="4256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11) Analyses complémentaires</a:t>
            </a:r>
            <a:endParaRPr sz="3200" dirty="0"/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753210" y="2360965"/>
            <a:ext cx="9309370" cy="431788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 Dispo protéines top 10 : Islande (133g),Islande(133.12),Hong Kong(129.13),Israël(128.04),Lituanie(124.35),Mongolie(122.86)Danemark(121.47),Norvège(120.98),États-Unis d'Amérique(120.29),Portugal(119.710),France(118.9)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Dispo protéines </a:t>
            </a:r>
            <a:r>
              <a:rPr lang="fr-FR" dirty="0" err="1"/>
              <a:t>bottom</a:t>
            </a:r>
            <a:r>
              <a:rPr lang="fr-FR" dirty="0"/>
              <a:t> 5: Libéria (38g), Guinée-Bissau (44g), Mozambique(45.7g), République centrafricaine(46.1g), Sierra Leone(46.5g).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Total pertes : 453 698 000 tonnes 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Part de la disponibilité intérieure : 4,6 % (sur 9 849 297 000 tonnes totales) 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Impact potentiel : Ces pertes pourraient théoriquement nourrir ~300 millions de personnes supplémentaires (453M tonnes × 1000 kg/tonne × ~3000 kcal/kg moyen / (2500 kcal/pers/jour × 365)).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Top pertes pays 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/>
              <a:t>Chine (92M tonnes – agriculture massive), Inde (69M), Nigeria (32M), Brésil (31M), Indonésie (25M), USA (19M), Pakistan (18M), Russie (16M), Bangladesh (13M), Viêt Nam (12M).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/>
              <a:t>Profondeur : Pays émergents = pertes récolte/climat ; pays riches = gaspillage conso. Lien lexique : Pertes partie dispo intérieure, réduit efficacité.</a:t>
            </a:r>
          </a:p>
          <a:p>
            <a:pPr lvl="2">
              <a:buFont typeface="Arial" panose="020B0604020202020204" pitchFamily="34" charset="0"/>
              <a:buChar char="•"/>
            </a:pPr>
            <a:endParaRPr lang="fr-FR" dirty="0"/>
          </a:p>
          <a:p>
            <a:pPr lvl="1">
              <a:buFont typeface="Arial" panose="020B0604020202020204" pitchFamily="34" charset="0"/>
              <a:buChar char="•"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615447" y="1098941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SzPts val="4000"/>
            </a:pPr>
            <a:r>
              <a:rPr lang="fr-FR" dirty="0"/>
              <a:t>Conclusion – Vers une meilleure sécurité alimentaire mondiale</a:t>
            </a:r>
            <a:br>
              <a:rPr lang="fr-FR" dirty="0"/>
            </a:br>
            <a:endParaRPr dirty="0"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7,1 %</a:t>
            </a:r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dirty="0"/>
              <a:t>de la population mondiale sous-nourrie en 2017 → </a:t>
            </a:r>
            <a:r>
              <a:rPr lang="fr-FR" sz="2700" b="1" dirty="0">
                <a:solidFill>
                  <a:schemeClr val="accent5">
                    <a:lumMod val="75000"/>
                  </a:schemeClr>
                </a:solidFill>
              </a:rPr>
              <a:t>535,7 </a:t>
            </a:r>
            <a:r>
              <a:rPr lang="fr-FR" dirty="0"/>
              <a:t>millions de personnes malgré un surplus alimentaire mondial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Capacité théorique : </a:t>
            </a:r>
            <a:r>
              <a:rPr lang="fr-FR" sz="2700" b="1" dirty="0">
                <a:solidFill>
                  <a:schemeClr val="accent5">
                    <a:lumMod val="75000"/>
                  </a:schemeClr>
                </a:solidFill>
              </a:rPr>
              <a:t>8,37 milliards </a:t>
            </a:r>
            <a:r>
              <a:rPr lang="fr-FR" dirty="0"/>
              <a:t>de personnes pourraient être nourries → </a:t>
            </a:r>
            <a:r>
              <a:rPr lang="fr-FR" sz="2700" b="1" dirty="0">
                <a:solidFill>
                  <a:schemeClr val="accent5">
                    <a:lumMod val="75000"/>
                  </a:schemeClr>
                </a:solidFill>
              </a:rPr>
              <a:t>+110 % </a:t>
            </a:r>
            <a:r>
              <a:rPr lang="fr-FR" dirty="0"/>
              <a:t>des besoins actuels (2500 kcal/pers/jour)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Gaspillage &amp; inégalités flagrants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200" b="1" dirty="0"/>
              <a:t>45,9 %</a:t>
            </a:r>
            <a:r>
              <a:rPr lang="fr-FR" dirty="0"/>
              <a:t> des céréales → alimentation animale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200" b="1" dirty="0"/>
              <a:t>4,6 %</a:t>
            </a:r>
            <a:r>
              <a:rPr lang="fr-FR" sz="2200" dirty="0"/>
              <a:t> </a:t>
            </a:r>
            <a:r>
              <a:rPr lang="fr-FR" dirty="0"/>
              <a:t>de la disponibilité intérieure perdue (453 millions de tonnes)</a:t>
            </a:r>
          </a:p>
          <a:p>
            <a:pPr marL="114300" indent="0">
              <a:buNone/>
            </a:pPr>
            <a:r>
              <a:rPr lang="fr-FR" b="1" dirty="0"/>
              <a:t>Pistes concrètes </a:t>
            </a:r>
            <a:r>
              <a:rPr lang="fr-F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Réduire</a:t>
            </a:r>
            <a:r>
              <a:rPr lang="fr-FR" dirty="0"/>
              <a:t> les pertes post-récolte et de stockage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Réallouer</a:t>
            </a:r>
            <a:r>
              <a:rPr lang="fr-FR" dirty="0"/>
              <a:t> une partie des céréales et protéines animales vers l’alimentation humaine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Renforcer</a:t>
            </a:r>
            <a:r>
              <a:rPr lang="fr-FR" dirty="0"/>
              <a:t> l’aide ciblée sur les 10 pays les plus touchés (Haïti, Corée du Nord, Madagascar…)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976</Words>
  <Application>Microsoft Office PowerPoint</Application>
  <PresentationFormat>Widescreen</PresentationFormat>
  <Paragraphs>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Century Gothic</vt:lpstr>
      <vt:lpstr>Calibri</vt:lpstr>
      <vt:lpstr>Arial</vt:lpstr>
      <vt:lpstr>Noto Sans Symbols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 – Vers une meilleure sécurité alimentaire mondiale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lucien nzeutom</cp:lastModifiedBy>
  <cp:revision>10</cp:revision>
  <dcterms:created xsi:type="dcterms:W3CDTF">2023-03-17T20:58:30Z</dcterms:created>
  <dcterms:modified xsi:type="dcterms:W3CDTF">2026-01-27T14:39:04Z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