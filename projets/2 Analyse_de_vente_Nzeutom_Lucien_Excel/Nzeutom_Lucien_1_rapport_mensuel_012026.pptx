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A4050-8D51-4212-A2AF-72D89B8F0CA8}" v="31" dt="2026-01-11T10:22:38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en nzeutom" userId="63f8060dc8075082" providerId="LiveId" clId="{315B7981-1787-4C76-8373-5828180AB6C7}"/>
    <pc:docChg chg="undo custSel addSld delSld modSld">
      <pc:chgData name="lucien nzeutom" userId="63f8060dc8075082" providerId="LiveId" clId="{315B7981-1787-4C76-8373-5828180AB6C7}" dt="2026-01-11T10:28:02.414" v="131" actId="20577"/>
      <pc:docMkLst>
        <pc:docMk/>
      </pc:docMkLst>
      <pc:sldChg chg="modSp mod">
        <pc:chgData name="lucien nzeutom" userId="63f8060dc8075082" providerId="LiveId" clId="{315B7981-1787-4C76-8373-5828180AB6C7}" dt="2026-01-10T22:40:32.363" v="124" actId="27636"/>
        <pc:sldMkLst>
          <pc:docMk/>
          <pc:sldMk cId="949633883" sldId="256"/>
        </pc:sldMkLst>
        <pc:spChg chg="mod">
          <ac:chgData name="lucien nzeutom" userId="63f8060dc8075082" providerId="LiveId" clId="{315B7981-1787-4C76-8373-5828180AB6C7}" dt="2026-01-10T22:40:32.363" v="124" actId="27636"/>
          <ac:spMkLst>
            <pc:docMk/>
            <pc:sldMk cId="949633883" sldId="256"/>
            <ac:spMk id="3" creationId="{545CF0D6-46FC-B769-2FC6-93937700A7A8}"/>
          </ac:spMkLst>
        </pc:spChg>
      </pc:sldChg>
      <pc:sldChg chg="addSp delSp modSp new mod">
        <pc:chgData name="lucien nzeutom" userId="63f8060dc8075082" providerId="LiveId" clId="{315B7981-1787-4C76-8373-5828180AB6C7}" dt="2026-01-10T18:24:01.279" v="25" actId="1076"/>
        <pc:sldMkLst>
          <pc:docMk/>
          <pc:sldMk cId="3441357752" sldId="257"/>
        </pc:sldMkLst>
        <pc:spChg chg="mod">
          <ac:chgData name="lucien nzeutom" userId="63f8060dc8075082" providerId="LiveId" clId="{315B7981-1787-4C76-8373-5828180AB6C7}" dt="2026-01-10T18:22:01.441" v="1"/>
          <ac:spMkLst>
            <pc:docMk/>
            <pc:sldMk cId="3441357752" sldId="257"/>
            <ac:spMk id="2" creationId="{8F754E93-BC93-7307-5BD9-F8A55F4FE0F8}"/>
          </ac:spMkLst>
        </pc:spChg>
        <pc:spChg chg="del mod">
          <ac:chgData name="lucien nzeutom" userId="63f8060dc8075082" providerId="LiveId" clId="{315B7981-1787-4C76-8373-5828180AB6C7}" dt="2026-01-10T18:23:47.085" v="23"/>
          <ac:spMkLst>
            <pc:docMk/>
            <pc:sldMk cId="3441357752" sldId="257"/>
            <ac:spMk id="3" creationId="{CE3252FB-D12C-1824-66CE-79357410F447}"/>
          </ac:spMkLst>
        </pc:spChg>
        <pc:spChg chg="add">
          <ac:chgData name="lucien nzeutom" userId="63f8060dc8075082" providerId="LiveId" clId="{315B7981-1787-4C76-8373-5828180AB6C7}" dt="2026-01-10T18:23:27.218" v="7"/>
          <ac:spMkLst>
            <pc:docMk/>
            <pc:sldMk cId="3441357752" sldId="257"/>
            <ac:spMk id="4" creationId="{758EA2E2-7D12-6414-55DA-3FE97570F8E5}"/>
          </ac:spMkLst>
        </pc:spChg>
        <pc:spChg chg="add mod">
          <ac:chgData name="lucien nzeutom" userId="63f8060dc8075082" providerId="LiveId" clId="{315B7981-1787-4C76-8373-5828180AB6C7}" dt="2026-01-10T18:24:01.279" v="25" actId="1076"/>
          <ac:spMkLst>
            <pc:docMk/>
            <pc:sldMk cId="3441357752" sldId="257"/>
            <ac:spMk id="5" creationId="{4898DFBC-BC48-310A-7631-C5B40DB63E8C}"/>
          </ac:spMkLst>
        </pc:spChg>
      </pc:sldChg>
      <pc:sldChg chg="new del">
        <pc:chgData name="lucien nzeutom" userId="63f8060dc8075082" providerId="LiveId" clId="{315B7981-1787-4C76-8373-5828180AB6C7}" dt="2026-01-10T18:23:29.680" v="8" actId="680"/>
        <pc:sldMkLst>
          <pc:docMk/>
          <pc:sldMk cId="12386873" sldId="258"/>
        </pc:sldMkLst>
      </pc:sldChg>
      <pc:sldChg chg="addSp delSp modSp new mod setBg">
        <pc:chgData name="lucien nzeutom" userId="63f8060dc8075082" providerId="LiveId" clId="{315B7981-1787-4C76-8373-5828180AB6C7}" dt="2026-01-10T18:26:40.227" v="39" actId="20577"/>
        <pc:sldMkLst>
          <pc:docMk/>
          <pc:sldMk cId="2068249101" sldId="258"/>
        </pc:sldMkLst>
        <pc:spChg chg="mod">
          <ac:chgData name="lucien nzeutom" userId="63f8060dc8075082" providerId="LiveId" clId="{315B7981-1787-4C76-8373-5828180AB6C7}" dt="2026-01-10T18:25:36.110" v="33" actId="26606"/>
          <ac:spMkLst>
            <pc:docMk/>
            <pc:sldMk cId="2068249101" sldId="258"/>
            <ac:spMk id="2" creationId="{8EE6EDC9-39DF-0C2E-8BB4-F3DB303FBA66}"/>
          </ac:spMkLst>
        </pc:spChg>
        <pc:spChg chg="del">
          <ac:chgData name="lucien nzeutom" userId="63f8060dc8075082" providerId="LiveId" clId="{315B7981-1787-4C76-8373-5828180AB6C7}" dt="2026-01-10T18:25:21.501" v="29"/>
          <ac:spMkLst>
            <pc:docMk/>
            <pc:sldMk cId="2068249101" sldId="258"/>
            <ac:spMk id="3" creationId="{CE81F9E9-DAE8-A490-0D4E-F62585E37956}"/>
          </ac:spMkLst>
        </pc:spChg>
        <pc:spChg chg="add del">
          <ac:chgData name="lucien nzeutom" userId="63f8060dc8075082" providerId="LiveId" clId="{315B7981-1787-4C76-8373-5828180AB6C7}" dt="2026-01-10T18:25:36.106" v="32" actId="26606"/>
          <ac:spMkLst>
            <pc:docMk/>
            <pc:sldMk cId="2068249101" sldId="258"/>
            <ac:spMk id="8" creationId="{2258D274-F7F5-45D6-B398-6030256C5CAF}"/>
          </ac:spMkLst>
        </pc:spChg>
        <pc:spChg chg="add del">
          <ac:chgData name="lucien nzeutom" userId="63f8060dc8075082" providerId="LiveId" clId="{315B7981-1787-4C76-8373-5828180AB6C7}" dt="2026-01-10T18:25:36.106" v="32" actId="26606"/>
          <ac:spMkLst>
            <pc:docMk/>
            <pc:sldMk cId="2068249101" sldId="258"/>
            <ac:spMk id="11" creationId="{E49D7415-2F11-44C2-B6AA-13A25B6814B9}"/>
          </ac:spMkLst>
        </pc:spChg>
        <pc:spChg chg="add">
          <ac:chgData name="lucien nzeutom" userId="63f8060dc8075082" providerId="LiveId" clId="{315B7981-1787-4C76-8373-5828180AB6C7}" dt="2026-01-10T18:25:36.110" v="33" actId="26606"/>
          <ac:spMkLst>
            <pc:docMk/>
            <pc:sldMk cId="2068249101" sldId="258"/>
            <ac:spMk id="17" creationId="{E49D7415-2F11-44C2-B6AA-13A25B6814B9}"/>
          </ac:spMkLst>
        </pc:spChg>
        <pc:spChg chg="add mod">
          <ac:chgData name="lucien nzeutom" userId="63f8060dc8075082" providerId="LiveId" clId="{315B7981-1787-4C76-8373-5828180AB6C7}" dt="2026-01-10T18:26:40.227" v="39" actId="20577"/>
          <ac:spMkLst>
            <pc:docMk/>
            <pc:sldMk cId="2068249101" sldId="258"/>
            <ac:spMk id="19" creationId="{B2EFCFD0-9E6A-3577-3C93-368EB95AE1BB}"/>
          </ac:spMkLst>
        </pc:spChg>
        <pc:picChg chg="add mod">
          <ac:chgData name="lucien nzeutom" userId="63f8060dc8075082" providerId="LiveId" clId="{315B7981-1787-4C76-8373-5828180AB6C7}" dt="2026-01-10T18:25:36.110" v="33" actId="26606"/>
          <ac:picMkLst>
            <pc:docMk/>
            <pc:sldMk cId="2068249101" sldId="258"/>
            <ac:picMk id="4" creationId="{944D16E0-7349-3E7F-B470-BDB3843F74D3}"/>
          </ac:picMkLst>
        </pc:picChg>
        <pc:cxnChg chg="add del">
          <ac:chgData name="lucien nzeutom" userId="63f8060dc8075082" providerId="LiveId" clId="{315B7981-1787-4C76-8373-5828180AB6C7}" dt="2026-01-10T18:25:36.106" v="32" actId="26606"/>
          <ac:cxnSpMkLst>
            <pc:docMk/>
            <pc:sldMk cId="2068249101" sldId="258"/>
            <ac:cxnSpMk id="13" creationId="{511FC409-B3C2-4F68-865C-C5333D6F2710}"/>
          </ac:cxnSpMkLst>
        </pc:cxnChg>
        <pc:cxnChg chg="add del">
          <ac:chgData name="lucien nzeutom" userId="63f8060dc8075082" providerId="LiveId" clId="{315B7981-1787-4C76-8373-5828180AB6C7}" dt="2026-01-10T18:25:36.106" v="32" actId="26606"/>
          <ac:cxnSpMkLst>
            <pc:docMk/>
            <pc:sldMk cId="2068249101" sldId="258"/>
            <ac:cxnSpMk id="15" creationId="{B810270D-76A7-44B3-9746-7EDF5788602E}"/>
          </ac:cxnSpMkLst>
        </pc:cxnChg>
        <pc:cxnChg chg="add">
          <ac:chgData name="lucien nzeutom" userId="63f8060dc8075082" providerId="LiveId" clId="{315B7981-1787-4C76-8373-5828180AB6C7}" dt="2026-01-10T18:25:36.110" v="33" actId="26606"/>
          <ac:cxnSpMkLst>
            <pc:docMk/>
            <pc:sldMk cId="2068249101" sldId="258"/>
            <ac:cxnSpMk id="18" creationId="{D2E57F3D-33BE-4306-87E6-245763719516}"/>
          </ac:cxnSpMkLst>
        </pc:cxnChg>
      </pc:sldChg>
      <pc:sldChg chg="addSp delSp modSp new mod setBg">
        <pc:chgData name="lucien nzeutom" userId="63f8060dc8075082" providerId="LiveId" clId="{315B7981-1787-4C76-8373-5828180AB6C7}" dt="2026-01-10T18:30:15.201" v="85" actId="20577"/>
        <pc:sldMkLst>
          <pc:docMk/>
          <pc:sldMk cId="3067189079" sldId="259"/>
        </pc:sldMkLst>
        <pc:spChg chg="mod">
          <ac:chgData name="lucien nzeutom" userId="63f8060dc8075082" providerId="LiveId" clId="{315B7981-1787-4C76-8373-5828180AB6C7}" dt="2026-01-10T18:28:02.976" v="48" actId="26606"/>
          <ac:spMkLst>
            <pc:docMk/>
            <pc:sldMk cId="3067189079" sldId="259"/>
            <ac:spMk id="2" creationId="{3AD539BC-1654-67EF-93A4-1AE76E29B636}"/>
          </ac:spMkLst>
        </pc:spChg>
        <pc:spChg chg="del">
          <ac:chgData name="lucien nzeutom" userId="63f8060dc8075082" providerId="LiveId" clId="{315B7981-1787-4C76-8373-5828180AB6C7}" dt="2026-01-10T18:27:42.551" v="43"/>
          <ac:spMkLst>
            <pc:docMk/>
            <pc:sldMk cId="3067189079" sldId="259"/>
            <ac:spMk id="3" creationId="{F989C70A-EA90-A731-569A-08C1DDC26258}"/>
          </ac:spMkLst>
        </pc:spChg>
        <pc:spChg chg="add del">
          <ac:chgData name="lucien nzeutom" userId="63f8060dc8075082" providerId="LiveId" clId="{315B7981-1787-4C76-8373-5828180AB6C7}" dt="2026-01-10T18:27:55.815" v="45" actId="26606"/>
          <ac:spMkLst>
            <pc:docMk/>
            <pc:sldMk cId="3067189079" sldId="259"/>
            <ac:spMk id="8" creationId="{E3033D88-03F6-DDD9-7145-844ED96B2093}"/>
          </ac:spMkLst>
        </pc:spChg>
        <pc:spChg chg="add del">
          <ac:chgData name="lucien nzeutom" userId="63f8060dc8075082" providerId="LiveId" clId="{315B7981-1787-4C76-8373-5828180AB6C7}" dt="2026-01-10T18:27:55.815" v="45" actId="26606"/>
          <ac:spMkLst>
            <pc:docMk/>
            <pc:sldMk cId="3067189079" sldId="259"/>
            <ac:spMk id="11" creationId="{E49D7415-2F11-44C2-B6AA-13A25B6814B9}"/>
          </ac:spMkLst>
        </pc:spChg>
        <pc:spChg chg="add del">
          <ac:chgData name="lucien nzeutom" userId="63f8060dc8075082" providerId="LiveId" clId="{315B7981-1787-4C76-8373-5828180AB6C7}" dt="2026-01-10T18:28:02.971" v="47" actId="26606"/>
          <ac:spMkLst>
            <pc:docMk/>
            <pc:sldMk cId="3067189079" sldId="259"/>
            <ac:spMk id="17" creationId="{E49D7415-2F11-44C2-B6AA-13A25B6814B9}"/>
          </ac:spMkLst>
        </pc:spChg>
        <pc:spChg chg="add del">
          <ac:chgData name="lucien nzeutom" userId="63f8060dc8075082" providerId="LiveId" clId="{315B7981-1787-4C76-8373-5828180AB6C7}" dt="2026-01-10T18:28:02.971" v="47" actId="26606"/>
          <ac:spMkLst>
            <pc:docMk/>
            <pc:sldMk cId="3067189079" sldId="259"/>
            <ac:spMk id="19" creationId="{4ACA1369-37EE-2FC1-31F3-D886EF02699A}"/>
          </ac:spMkLst>
        </pc:spChg>
        <pc:spChg chg="add">
          <ac:chgData name="lucien nzeutom" userId="63f8060dc8075082" providerId="LiveId" clId="{315B7981-1787-4C76-8373-5828180AB6C7}" dt="2026-01-10T18:28:02.976" v="48" actId="26606"/>
          <ac:spMkLst>
            <pc:docMk/>
            <pc:sldMk cId="3067189079" sldId="259"/>
            <ac:spMk id="21" creationId="{E49D7415-2F11-44C2-B6AA-13A25B6814B9}"/>
          </ac:spMkLst>
        </pc:spChg>
        <pc:spChg chg="add mod">
          <ac:chgData name="lucien nzeutom" userId="63f8060dc8075082" providerId="LiveId" clId="{315B7981-1787-4C76-8373-5828180AB6C7}" dt="2026-01-10T18:30:15.201" v="85" actId="20577"/>
          <ac:spMkLst>
            <pc:docMk/>
            <pc:sldMk cId="3067189079" sldId="259"/>
            <ac:spMk id="24" creationId="{E3033D88-03F6-DDD9-7145-844ED96B2093}"/>
          </ac:spMkLst>
        </pc:spChg>
        <pc:picChg chg="add mod">
          <ac:chgData name="lucien nzeutom" userId="63f8060dc8075082" providerId="LiveId" clId="{315B7981-1787-4C76-8373-5828180AB6C7}" dt="2026-01-10T18:28:02.976" v="48" actId="26606"/>
          <ac:picMkLst>
            <pc:docMk/>
            <pc:sldMk cId="3067189079" sldId="259"/>
            <ac:picMk id="4" creationId="{A46E0EE7-3B12-9933-FAFD-55F212CDB8D0}"/>
          </ac:picMkLst>
        </pc:picChg>
        <pc:cxnChg chg="add del">
          <ac:chgData name="lucien nzeutom" userId="63f8060dc8075082" providerId="LiveId" clId="{315B7981-1787-4C76-8373-5828180AB6C7}" dt="2026-01-10T18:27:55.815" v="45" actId="26606"/>
          <ac:cxnSpMkLst>
            <pc:docMk/>
            <pc:sldMk cId="3067189079" sldId="259"/>
            <ac:cxnSpMk id="13" creationId="{511FC409-B3C2-4F68-865C-C5333D6F2710}"/>
          </ac:cxnSpMkLst>
        </pc:cxnChg>
        <pc:cxnChg chg="add del">
          <ac:chgData name="lucien nzeutom" userId="63f8060dc8075082" providerId="LiveId" clId="{315B7981-1787-4C76-8373-5828180AB6C7}" dt="2026-01-10T18:27:55.815" v="45" actId="26606"/>
          <ac:cxnSpMkLst>
            <pc:docMk/>
            <pc:sldMk cId="3067189079" sldId="259"/>
            <ac:cxnSpMk id="15" creationId="{B810270D-76A7-44B3-9746-7EDF5788602E}"/>
          </ac:cxnSpMkLst>
        </pc:cxnChg>
        <pc:cxnChg chg="add del">
          <ac:chgData name="lucien nzeutom" userId="63f8060dc8075082" providerId="LiveId" clId="{315B7981-1787-4C76-8373-5828180AB6C7}" dt="2026-01-10T18:28:02.971" v="47" actId="26606"/>
          <ac:cxnSpMkLst>
            <pc:docMk/>
            <pc:sldMk cId="3067189079" sldId="259"/>
            <ac:cxnSpMk id="18" creationId="{F2B951FD-94F7-E138-3EC2-A66A551D9137}"/>
          </ac:cxnSpMkLst>
        </pc:cxnChg>
        <pc:cxnChg chg="add">
          <ac:chgData name="lucien nzeutom" userId="63f8060dc8075082" providerId="LiveId" clId="{315B7981-1787-4C76-8373-5828180AB6C7}" dt="2026-01-10T18:28:02.976" v="48" actId="26606"/>
          <ac:cxnSpMkLst>
            <pc:docMk/>
            <pc:sldMk cId="3067189079" sldId="259"/>
            <ac:cxnSpMk id="22" creationId="{511FC409-B3C2-4F68-865C-C5333D6F2710}"/>
          </ac:cxnSpMkLst>
        </pc:cxnChg>
        <pc:cxnChg chg="add">
          <ac:chgData name="lucien nzeutom" userId="63f8060dc8075082" providerId="LiveId" clId="{315B7981-1787-4C76-8373-5828180AB6C7}" dt="2026-01-10T18:28:02.976" v="48" actId="26606"/>
          <ac:cxnSpMkLst>
            <pc:docMk/>
            <pc:sldMk cId="3067189079" sldId="259"/>
            <ac:cxnSpMk id="23" creationId="{B810270D-76A7-44B3-9746-7EDF5788602E}"/>
          </ac:cxnSpMkLst>
        </pc:cxnChg>
      </pc:sldChg>
      <pc:sldChg chg="addSp modSp new mod setBg">
        <pc:chgData name="lucien nzeutom" userId="63f8060dc8075082" providerId="LiveId" clId="{315B7981-1787-4C76-8373-5828180AB6C7}" dt="2026-01-10T22:26:37.826" v="96" actId="27636"/>
        <pc:sldMkLst>
          <pc:docMk/>
          <pc:sldMk cId="1018815968" sldId="260"/>
        </pc:sldMkLst>
        <pc:spChg chg="mod">
          <ac:chgData name="lucien nzeutom" userId="63f8060dc8075082" providerId="LiveId" clId="{315B7981-1787-4C76-8373-5828180AB6C7}" dt="2026-01-10T22:25:12.743" v="93" actId="14100"/>
          <ac:spMkLst>
            <pc:docMk/>
            <pc:sldMk cId="1018815968" sldId="260"/>
            <ac:spMk id="2" creationId="{BF281935-FD70-64BA-CBAF-7F1FD1D63DD1}"/>
          </ac:spMkLst>
        </pc:spChg>
        <pc:spChg chg="mod">
          <ac:chgData name="lucien nzeutom" userId="63f8060dc8075082" providerId="LiveId" clId="{315B7981-1787-4C76-8373-5828180AB6C7}" dt="2026-01-10T22:26:37.826" v="96" actId="27636"/>
          <ac:spMkLst>
            <pc:docMk/>
            <pc:sldMk cId="1018815968" sldId="260"/>
            <ac:spMk id="3" creationId="{654905A0-56A3-04B7-8518-C1FB6B098855}"/>
          </ac:spMkLst>
        </pc:spChg>
        <pc:spChg chg="add">
          <ac:chgData name="lucien nzeutom" userId="63f8060dc8075082" providerId="LiveId" clId="{315B7981-1787-4C76-8373-5828180AB6C7}" dt="2026-01-10T22:24:44.183" v="88" actId="26606"/>
          <ac:spMkLst>
            <pc:docMk/>
            <pc:sldMk cId="1018815968" sldId="260"/>
            <ac:spMk id="9" creationId="{E49D7415-2F11-44C2-B6AA-13A25B6814B9}"/>
          </ac:spMkLst>
        </pc:spChg>
        <pc:picChg chg="add mod">
          <ac:chgData name="lucien nzeutom" userId="63f8060dc8075082" providerId="LiveId" clId="{315B7981-1787-4C76-8373-5828180AB6C7}" dt="2026-01-10T22:24:44.183" v="88" actId="26606"/>
          <ac:picMkLst>
            <pc:docMk/>
            <pc:sldMk cId="1018815968" sldId="260"/>
            <ac:picMk id="4" creationId="{2436D8F4-3399-EA6E-40DA-3E8CF615D9CB}"/>
          </ac:picMkLst>
        </pc:picChg>
        <pc:cxnChg chg="add">
          <ac:chgData name="lucien nzeutom" userId="63f8060dc8075082" providerId="LiveId" clId="{315B7981-1787-4C76-8373-5828180AB6C7}" dt="2026-01-10T22:24:44.183" v="88" actId="26606"/>
          <ac:cxnSpMkLst>
            <pc:docMk/>
            <pc:sldMk cId="1018815968" sldId="260"/>
            <ac:cxnSpMk id="11" creationId="{D2E57F3D-33BE-4306-87E6-245763719516}"/>
          </ac:cxnSpMkLst>
        </pc:cxnChg>
      </pc:sldChg>
      <pc:sldChg chg="addSp delSp modSp new mod setBg setClrOvrMap">
        <pc:chgData name="lucien nzeutom" userId="63f8060dc8075082" providerId="LiveId" clId="{315B7981-1787-4C76-8373-5828180AB6C7}" dt="2026-01-10T22:29:43.957" v="117" actId="27636"/>
        <pc:sldMkLst>
          <pc:docMk/>
          <pc:sldMk cId="1436263772" sldId="261"/>
        </pc:sldMkLst>
        <pc:spChg chg="mod ord">
          <ac:chgData name="lucien nzeutom" userId="63f8060dc8075082" providerId="LiveId" clId="{315B7981-1787-4C76-8373-5828180AB6C7}" dt="2026-01-10T22:28:28.750" v="113" actId="1076"/>
          <ac:spMkLst>
            <pc:docMk/>
            <pc:sldMk cId="1436263772" sldId="261"/>
            <ac:spMk id="2" creationId="{FA083390-1699-93FB-5978-B66509079D5D}"/>
          </ac:spMkLst>
        </pc:spChg>
        <pc:spChg chg="del">
          <ac:chgData name="lucien nzeutom" userId="63f8060dc8075082" providerId="LiveId" clId="{315B7981-1787-4C76-8373-5828180AB6C7}" dt="2026-01-10T22:27:27.052" v="98"/>
          <ac:spMkLst>
            <pc:docMk/>
            <pc:sldMk cId="1436263772" sldId="261"/>
            <ac:spMk id="3" creationId="{342E321A-EF52-E3DD-AB15-003254184E45}"/>
          </ac:spMkLst>
        </pc:spChg>
        <pc:spChg chg="add del">
          <ac:chgData name="lucien nzeutom" userId="63f8060dc8075082" providerId="LiveId" clId="{315B7981-1787-4C76-8373-5828180AB6C7}" dt="2026-01-10T22:27:37.328" v="102" actId="26606"/>
          <ac:spMkLst>
            <pc:docMk/>
            <pc:sldMk cId="1436263772" sldId="261"/>
            <ac:spMk id="8" creationId="{6EE56BC5-E735-5FC2-3A62-C7B26EEB829D}"/>
          </ac:spMkLst>
        </pc:spChg>
        <pc:spChg chg="add del">
          <ac:chgData name="lucien nzeutom" userId="63f8060dc8075082" providerId="LiveId" clId="{315B7981-1787-4C76-8373-5828180AB6C7}" dt="2026-01-10T22:27:35.594" v="100" actId="26606"/>
          <ac:spMkLst>
            <pc:docMk/>
            <pc:sldMk cId="1436263772" sldId="261"/>
            <ac:spMk id="13" creationId="{33E93247-6229-44AB-A550-739E971E690B}"/>
          </ac:spMkLst>
        </pc:spChg>
        <pc:spChg chg="add del">
          <ac:chgData name="lucien nzeutom" userId="63f8060dc8075082" providerId="LiveId" clId="{315B7981-1787-4C76-8373-5828180AB6C7}" dt="2026-01-10T22:27:37.328" v="102" actId="26606"/>
          <ac:spMkLst>
            <pc:docMk/>
            <pc:sldMk cId="1436263772" sldId="261"/>
            <ac:spMk id="17" creationId="{E49D7415-2F11-44C2-B6AA-13A25B6814B9}"/>
          </ac:spMkLst>
        </pc:spChg>
        <pc:spChg chg="add del">
          <ac:chgData name="lucien nzeutom" userId="63f8060dc8075082" providerId="LiveId" clId="{315B7981-1787-4C76-8373-5828180AB6C7}" dt="2026-01-10T22:27:39.839" v="104" actId="26606"/>
          <ac:spMkLst>
            <pc:docMk/>
            <pc:sldMk cId="1436263772" sldId="261"/>
            <ac:spMk id="23" creationId="{80B98925-0550-1AFB-C1DC-02792400FB71}"/>
          </ac:spMkLst>
        </pc:spChg>
        <pc:spChg chg="add del">
          <ac:chgData name="lucien nzeutom" userId="63f8060dc8075082" providerId="LiveId" clId="{315B7981-1787-4C76-8373-5828180AB6C7}" dt="2026-01-10T22:27:39.839" v="104" actId="26606"/>
          <ac:spMkLst>
            <pc:docMk/>
            <pc:sldMk cId="1436263772" sldId="261"/>
            <ac:spMk id="24" creationId="{0CCA9273-E74E-A306-1F74-BEF9EDA30500}"/>
          </ac:spMkLst>
        </pc:spChg>
        <pc:spChg chg="add">
          <ac:chgData name="lucien nzeutom" userId="63f8060dc8075082" providerId="LiveId" clId="{315B7981-1787-4C76-8373-5828180AB6C7}" dt="2026-01-10T22:27:39.843" v="105" actId="26606"/>
          <ac:spMkLst>
            <pc:docMk/>
            <pc:sldMk cId="1436263772" sldId="261"/>
            <ac:spMk id="26" creationId="{E49D7415-2F11-44C2-B6AA-13A25B6814B9}"/>
          </ac:spMkLst>
        </pc:spChg>
        <pc:spChg chg="add mod">
          <ac:chgData name="lucien nzeutom" userId="63f8060dc8075082" providerId="LiveId" clId="{315B7981-1787-4C76-8373-5828180AB6C7}" dt="2026-01-10T22:29:43.957" v="117" actId="27636"/>
          <ac:spMkLst>
            <pc:docMk/>
            <pc:sldMk cId="1436263772" sldId="261"/>
            <ac:spMk id="28" creationId="{8BF1768A-C102-68D9-89C3-4865DA541B0B}"/>
          </ac:spMkLst>
        </pc:spChg>
        <pc:picChg chg="add mod">
          <ac:chgData name="lucien nzeutom" userId="63f8060dc8075082" providerId="LiveId" clId="{315B7981-1787-4C76-8373-5828180AB6C7}" dt="2026-01-10T22:27:39.843" v="105" actId="26606"/>
          <ac:picMkLst>
            <pc:docMk/>
            <pc:sldMk cId="1436263772" sldId="261"/>
            <ac:picMk id="4" creationId="{C5FC2DBB-F608-D4F0-3B2C-18AF21AA3EC5}"/>
          </ac:picMkLst>
        </pc:picChg>
        <pc:cxnChg chg="add del">
          <ac:chgData name="lucien nzeutom" userId="63f8060dc8075082" providerId="LiveId" clId="{315B7981-1787-4C76-8373-5828180AB6C7}" dt="2026-01-10T22:27:35.594" v="100" actId="26606"/>
          <ac:cxnSpMkLst>
            <pc:docMk/>
            <pc:sldMk cId="1436263772" sldId="261"/>
            <ac:cxnSpMk id="9" creationId="{F64F9B95-9045-48D2-B9F3-2927E98F54AA}"/>
          </ac:cxnSpMkLst>
        </pc:cxnChg>
        <pc:cxnChg chg="add del">
          <ac:chgData name="lucien nzeutom" userId="63f8060dc8075082" providerId="LiveId" clId="{315B7981-1787-4C76-8373-5828180AB6C7}" dt="2026-01-10T22:27:35.594" v="100" actId="26606"/>
          <ac:cxnSpMkLst>
            <pc:docMk/>
            <pc:sldMk cId="1436263772" sldId="261"/>
            <ac:cxnSpMk id="11" creationId="{085AA86F-6A4D-4BCB-A045-D992CDC2959B}"/>
          </ac:cxnSpMkLst>
        </pc:cxnChg>
        <pc:cxnChg chg="add del">
          <ac:chgData name="lucien nzeutom" userId="63f8060dc8075082" providerId="LiveId" clId="{315B7981-1787-4C76-8373-5828180AB6C7}" dt="2026-01-10T22:27:35.594" v="100" actId="26606"/>
          <ac:cxnSpMkLst>
            <pc:docMk/>
            <pc:sldMk cId="1436263772" sldId="261"/>
            <ac:cxnSpMk id="15" creationId="{EE2E603F-4A95-4FE8-BB06-211DFD75DBEF}"/>
          </ac:cxnSpMkLst>
        </pc:cxnChg>
        <pc:cxnChg chg="add del">
          <ac:chgData name="lucien nzeutom" userId="63f8060dc8075082" providerId="LiveId" clId="{315B7981-1787-4C76-8373-5828180AB6C7}" dt="2026-01-10T22:27:37.328" v="102" actId="26606"/>
          <ac:cxnSpMkLst>
            <pc:docMk/>
            <pc:sldMk cId="1436263772" sldId="261"/>
            <ac:cxnSpMk id="18" creationId="{511FC409-B3C2-4F68-865C-C5333D6F2710}"/>
          </ac:cxnSpMkLst>
        </pc:cxnChg>
        <pc:cxnChg chg="add del">
          <ac:chgData name="lucien nzeutom" userId="63f8060dc8075082" providerId="LiveId" clId="{315B7981-1787-4C76-8373-5828180AB6C7}" dt="2026-01-10T22:27:37.328" v="102" actId="26606"/>
          <ac:cxnSpMkLst>
            <pc:docMk/>
            <pc:sldMk cId="1436263772" sldId="261"/>
            <ac:cxnSpMk id="19" creationId="{B810270D-76A7-44B3-9746-7EDF5788602E}"/>
          </ac:cxnSpMkLst>
        </pc:cxnChg>
        <pc:cxnChg chg="add del">
          <ac:chgData name="lucien nzeutom" userId="63f8060dc8075082" providerId="LiveId" clId="{315B7981-1787-4C76-8373-5828180AB6C7}" dt="2026-01-10T22:27:39.839" v="104" actId="26606"/>
          <ac:cxnSpMkLst>
            <pc:docMk/>
            <pc:sldMk cId="1436263772" sldId="261"/>
            <ac:cxnSpMk id="21" creationId="{F64F9B95-9045-48D2-B9F3-2927E98F54AA}"/>
          </ac:cxnSpMkLst>
        </pc:cxnChg>
        <pc:cxnChg chg="add del">
          <ac:chgData name="lucien nzeutom" userId="63f8060dc8075082" providerId="LiveId" clId="{315B7981-1787-4C76-8373-5828180AB6C7}" dt="2026-01-10T22:27:39.839" v="104" actId="26606"/>
          <ac:cxnSpMkLst>
            <pc:docMk/>
            <pc:sldMk cId="1436263772" sldId="261"/>
            <ac:cxnSpMk id="22" creationId="{085AA86F-6A4D-4BCB-A045-D992CDC2959B}"/>
          </ac:cxnSpMkLst>
        </pc:cxnChg>
        <pc:cxnChg chg="add">
          <ac:chgData name="lucien nzeutom" userId="63f8060dc8075082" providerId="LiveId" clId="{315B7981-1787-4C76-8373-5828180AB6C7}" dt="2026-01-10T22:27:39.843" v="105" actId="26606"/>
          <ac:cxnSpMkLst>
            <pc:docMk/>
            <pc:sldMk cId="1436263772" sldId="261"/>
            <ac:cxnSpMk id="27" creationId="{D2E57F3D-33BE-4306-87E6-245763719516}"/>
          </ac:cxnSpMkLst>
        </pc:cxnChg>
      </pc:sldChg>
      <pc:sldChg chg="addSp delSp modSp new mod">
        <pc:chgData name="lucien nzeutom" userId="63f8060dc8075082" providerId="LiveId" clId="{315B7981-1787-4C76-8373-5828180AB6C7}" dt="2026-01-11T10:28:02.414" v="131" actId="20577"/>
        <pc:sldMkLst>
          <pc:docMk/>
          <pc:sldMk cId="4288695157" sldId="262"/>
        </pc:sldMkLst>
        <pc:spChg chg="mod">
          <ac:chgData name="lucien nzeutom" userId="63f8060dc8075082" providerId="LiveId" clId="{315B7981-1787-4C76-8373-5828180AB6C7}" dt="2026-01-10T22:30:47.964" v="121" actId="122"/>
          <ac:spMkLst>
            <pc:docMk/>
            <pc:sldMk cId="4288695157" sldId="262"/>
            <ac:spMk id="2" creationId="{6C572FA2-AB5B-9343-64F9-C1F66C98DF9F}"/>
          </ac:spMkLst>
        </pc:spChg>
        <pc:spChg chg="del mod">
          <ac:chgData name="lucien nzeutom" userId="63f8060dc8075082" providerId="LiveId" clId="{315B7981-1787-4C76-8373-5828180AB6C7}" dt="2026-01-11T10:22:26.911" v="127"/>
          <ac:spMkLst>
            <pc:docMk/>
            <pc:sldMk cId="4288695157" sldId="262"/>
            <ac:spMk id="3" creationId="{7C84ECD6-11CF-06CA-C1A8-6E2C429CD80A}"/>
          </ac:spMkLst>
        </pc:spChg>
        <pc:spChg chg="add">
          <ac:chgData name="lucien nzeutom" userId="63f8060dc8075082" providerId="LiveId" clId="{315B7981-1787-4C76-8373-5828180AB6C7}" dt="2026-01-11T10:22:23.251" v="125"/>
          <ac:spMkLst>
            <pc:docMk/>
            <pc:sldMk cId="4288695157" sldId="262"/>
            <ac:spMk id="4" creationId="{4F0A1D73-32B5-886A-F915-CF53083FEEB8}"/>
          </ac:spMkLst>
        </pc:spChg>
        <pc:spChg chg="add mod">
          <ac:chgData name="lucien nzeutom" userId="63f8060dc8075082" providerId="LiveId" clId="{315B7981-1787-4C76-8373-5828180AB6C7}" dt="2026-01-11T10:28:02.414" v="131" actId="20577"/>
          <ac:spMkLst>
            <pc:docMk/>
            <pc:sldMk cId="4288695157" sldId="262"/>
            <ac:spMk id="5" creationId="{FB38D28D-536F-096C-B3EF-9190FAEDA1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1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4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91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63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1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63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9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1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3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724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54E93-BC93-7307-5BD9-F8A55F4FE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500"/>
              <a:t>La proportion des ventes par catégorie de produit 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88D072C-6A9D-3E18-9FC9-308CA28E1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6" r="2447" b="-2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AC2FD886-E69F-CD8E-C0DF-27B54B02A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509" y="3359338"/>
            <a:ext cx="2843711" cy="2862072"/>
          </a:xfrm>
        </p:spPr>
        <p:txBody>
          <a:bodyPr>
            <a:normAutofit/>
          </a:bodyPr>
          <a:lstStyle/>
          <a:p>
            <a:r>
              <a:rPr lang="en-US" dirty="0"/>
              <a:t>Tendance plus </a:t>
            </a:r>
            <a:r>
              <a:rPr lang="en-US" dirty="0" err="1"/>
              <a:t>importante</a:t>
            </a:r>
            <a:r>
              <a:rPr lang="en-US" dirty="0"/>
              <a:t>  pour la </a:t>
            </a:r>
            <a:r>
              <a:rPr lang="en-US" dirty="0" err="1"/>
              <a:t>catégorie</a:t>
            </a:r>
            <a:r>
              <a:rPr lang="en-US" dirty="0"/>
              <a:t> high-tech </a:t>
            </a:r>
            <a:r>
              <a:rPr lang="en-US" dirty="0" err="1"/>
              <a:t>démontrant</a:t>
            </a:r>
            <a:r>
              <a:rPr lang="en-US" dirty="0"/>
              <a:t> son apport important dans le CA les 12 </a:t>
            </a:r>
            <a:r>
              <a:rPr lang="en-US" dirty="0" err="1"/>
              <a:t>derniers</a:t>
            </a:r>
            <a:r>
              <a:rPr lang="en-US" dirty="0"/>
              <a:t> </a:t>
            </a:r>
            <a:r>
              <a:rPr lang="en-US" dirty="0" err="1"/>
              <a:t>mois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35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6EDC9-39DF-0C2E-8BB4-F3DB303FB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300" b="1" u="sng" dirty="0"/>
              <a:t>Reconfiguration stratégique du mix produit</a:t>
            </a:r>
            <a:endParaRPr lang="fr-FR" sz="33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B2EFCFD0-9E6A-3577-3C93-368EB95AE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La catégorie </a:t>
            </a:r>
            <a:r>
              <a:rPr lang="fr-FR" i="1" dirty="0"/>
              <a:t>Nourriture / Biens de consommation</a:t>
            </a:r>
            <a:r>
              <a:rPr lang="fr-FR" dirty="0"/>
              <a:t> concentre la majorité des ventes depuis l’arrêt du segment High Tech. Cette réorganisation a réduit le poids des articles à fort ticket moyen et explique en partie la baisse relative du chiffre d’affaires.</a:t>
            </a:r>
          </a:p>
          <a:p>
            <a:r>
              <a:rPr lang="fr-FR" dirty="0"/>
              <a:t>La baisse du CA est principalement structurelle : la perte du High Tech a fait chuter le ticket moyen, même si le volume sur la nouvelle catégorie est en croissance</a:t>
            </a:r>
          </a:p>
          <a:p>
            <a:endParaRPr lang="en-US" dirty="0"/>
          </a:p>
        </p:txBody>
      </p:sp>
      <p:pic>
        <p:nvPicPr>
          <p:cNvPr id="4" name="Content Placeholder 3" descr="A graph of a bar chart&#10;&#10;AI-generated content may be incorrect.">
            <a:extLst>
              <a:ext uri="{FF2B5EF4-FFF2-40B4-BE49-F238E27FC236}">
                <a16:creationId xmlns:a16="http://schemas.microsoft.com/office/drawing/2014/main" id="{944D16E0-7349-3E7F-B470-BDB3843F7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6" r="329" b="3"/>
          <a:stretch>
            <a:fillRect/>
          </a:stretch>
        </p:blipFill>
        <p:spPr bwMode="auto">
          <a:xfrm>
            <a:off x="4981575" y="735286"/>
            <a:ext cx="6495042" cy="54196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824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539BC-1654-67EF-93A4-1AE76E29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700" b="1" u="sng"/>
              <a:t>Comportement d’achat : montant du panier et engagement (sessions avec achat)</a:t>
            </a:r>
            <a:br>
              <a:rPr lang="fr-FR" sz="1700"/>
            </a:br>
            <a:endParaRPr lang="fr-FR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2EAEE-7180-4BE7-7D81-23E2E0EAB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" r="5305" b="-2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E3033D88-03F6-DDD9-7145-844ED96B2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509" y="3359338"/>
            <a:ext cx="2843711" cy="28620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400" dirty="0"/>
              <a:t>On remarque plus le client passe son temps sur le site, plus important est le montant moyen du panier.</a:t>
            </a:r>
          </a:p>
          <a:p>
            <a:pPr>
              <a:lnSpc>
                <a:spcPct val="100000"/>
              </a:lnSpc>
            </a:pPr>
            <a:r>
              <a:rPr lang="fr-FR" sz="1400" dirty="0"/>
              <a:t>Le site convertit bien les visiteurs engagés ; la marge de progression est d’augmenter le taux d’engagement initial (promotions ciblées, CTA améliorés) </a:t>
            </a:r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67189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81935-FD70-64BA-CBAF-7F1FD1D63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735286"/>
            <a:ext cx="4277487" cy="1473200"/>
          </a:xfrm>
        </p:spPr>
        <p:txBody>
          <a:bodyPr>
            <a:normAutofit fontScale="90000"/>
          </a:bodyPr>
          <a:lstStyle/>
          <a:p>
            <a:r>
              <a:rPr lang="fr-FR" b="1" u="sng" dirty="0"/>
              <a:t>Évolutions : CA, nombre d’achats et projection</a:t>
            </a:r>
            <a:br>
              <a:rPr lang="fr-FR" dirty="0"/>
            </a:br>
            <a:endParaRPr lang="fr-FR"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905A0-56A3-04B7-8518-C1FB6B098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CA et nombre d’achats montrent une hausse marquée depuis le lancement de la filière nourriture ; malgré une baisse ponctuelle liée au retrait du High Tech, la tendance des derniers mois permet une projection positive à court terme.</a:t>
            </a:r>
          </a:p>
          <a:p>
            <a:r>
              <a:rPr lang="fr-FR" dirty="0"/>
              <a:t>La trajectoire est haussière à moyen terme ; la projection valide un redressement progressif du CA.</a:t>
            </a:r>
          </a:p>
          <a:p>
            <a:endParaRPr lang="fr-FR" dirty="0"/>
          </a:p>
        </p:txBody>
      </p:sp>
      <p:pic>
        <p:nvPicPr>
          <p:cNvPr id="4" name="Picture 3" descr="A graph with a green line and a blue line">
            <a:extLst>
              <a:ext uri="{FF2B5EF4-FFF2-40B4-BE49-F238E27FC236}">
                <a16:creationId xmlns:a16="http://schemas.microsoft.com/office/drawing/2014/main" id="{2436D8F4-3399-EA6E-40DA-3E8CF615D9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6" r="1149" b="3"/>
          <a:stretch>
            <a:fillRect/>
          </a:stretch>
        </p:blipFill>
        <p:spPr bwMode="auto">
          <a:xfrm>
            <a:off x="4981575" y="735286"/>
            <a:ext cx="6495042" cy="54196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1881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83390-1699-93FB-5978-B6650907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97" y="674624"/>
            <a:ext cx="4983963" cy="2019808"/>
          </a:xfrm>
        </p:spPr>
        <p:txBody>
          <a:bodyPr>
            <a:normAutofit fontScale="90000"/>
          </a:bodyPr>
          <a:lstStyle/>
          <a:p>
            <a:r>
              <a:rPr lang="fr-FR" b="1" u="sng" dirty="0"/>
              <a:t>Trafic &amp; conversion : visites et ratio achats/visites</a:t>
            </a:r>
            <a:br>
              <a:rPr lang="fr-FR" dirty="0"/>
            </a:br>
            <a:endParaRPr lang="fr-FR" sz="36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7">
            <a:extLst>
              <a:ext uri="{FF2B5EF4-FFF2-40B4-BE49-F238E27FC236}">
                <a16:creationId xmlns:a16="http://schemas.microsoft.com/office/drawing/2014/main" id="{8BF1768A-C102-68D9-89C3-4865DA541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9" y="2416048"/>
            <a:ext cx="3799763" cy="3767328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Visites vs Taux de conversion</a:t>
            </a:r>
            <a:r>
              <a:rPr lang="fr-FR" dirty="0"/>
              <a:t> — Le trafic connaît une hausse depuis le pivot vers la nourriture ; le ratio achats/visites suit une dynamique différente, créant aujourd’hui un écart (gap) entre visites et ventes.</a:t>
            </a:r>
          </a:p>
          <a:p>
            <a:r>
              <a:rPr lang="fr-FR" dirty="0"/>
              <a:t>Note : L’écart entre visites et ventes indique une marge d’optimisation du tunnel : soit on augmente la conversion via offres, soit on améliore la qualité du trafic (meilleur ciblage). Recommandation immédiate : tests A/B sur le parcours d’achat et offres ciblées pour visiteurs 0–4 min.</a:t>
            </a:r>
          </a:p>
          <a:p>
            <a:endParaRPr lang="en-US" dirty="0"/>
          </a:p>
        </p:txBody>
      </p:sp>
      <p:pic>
        <p:nvPicPr>
          <p:cNvPr id="4" name="Content Placeholder 3" descr="A graph with a green line and a blue line&#10;&#10;AI-generated content may be incorrect.">
            <a:extLst>
              <a:ext uri="{FF2B5EF4-FFF2-40B4-BE49-F238E27FC236}">
                <a16:creationId xmlns:a16="http://schemas.microsoft.com/office/drawing/2014/main" id="{C5FC2DBB-F608-D4F0-3B2C-18AF21AA3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4" r="2171" b="3"/>
          <a:stretch>
            <a:fillRect/>
          </a:stretch>
        </p:blipFill>
        <p:spPr bwMode="auto">
          <a:xfrm>
            <a:off x="4981575" y="735286"/>
            <a:ext cx="6495042" cy="54196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626377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333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La proportion des ventes par catégorie de produit </vt:lpstr>
      <vt:lpstr>Reconfiguration stratégique du mix produit</vt:lpstr>
      <vt:lpstr>Comportement d’achat : montant du panier et engagement (sessions avec achat) </vt:lpstr>
      <vt:lpstr>Évolutions : CA, nombre d’achats et projection </vt:lpstr>
      <vt:lpstr>Trafic &amp; conversion : visites et ratio achats/visites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lucien nzeutom</dc:creator>
  <cp:lastModifiedBy>lucien nzeutom</cp:lastModifiedBy>
  <cp:revision>6</cp:revision>
  <dcterms:created xsi:type="dcterms:W3CDTF">2026-01-10T18:12:27Z</dcterms:created>
  <dcterms:modified xsi:type="dcterms:W3CDTF">2026-01-22T16:39:48Z</dcterms:modified>
</cp:coreProperties>
</file>