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2626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VENTES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Librairie en ligne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3200400"/>
            <a:ext cx="274320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9 - OpenClassrooms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Data Analyst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objectifs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057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chiffre d'affaires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5603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Analyse des produits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063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Analyse des clients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566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statistiques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4069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et recommandations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OBJECTIFS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CONTEXTE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Librairie en ligne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Données de ventes (mars-décembre 2021)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fichiers : clients, produits, transactions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~687 000 transactions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~8 600 clients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54880" y="182880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 chiffre d'affaires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tops et flops produits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Étudier les profils clients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les clients BtoB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5 corrélations statistiques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MÉTHODOLOGIE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Pandas • Matplotlib • Seaborn • Scipy • Tests statistiques (χ², Pearson, Spearman, ANOVA)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CLÉS DE PERFORMANCE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743200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~12M€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Total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645920"/>
            <a:ext cx="2743200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20624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687 534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06240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1645920"/>
            <a:ext cx="2743200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6751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22376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8 617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223760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743200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18872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~21€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18872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moyen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2926080"/>
            <a:ext cx="2743200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65760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20624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20624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BtoB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2926080"/>
            <a:ext cx="2743200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67512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22376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3 242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22376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vendus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DU CHIFFRE D'AFFAIRES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temporelle avec moyennes mobiles (7j et 30j)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journalier moyen : ~17 500€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mensuel moyen : ~1.3M€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 : stable avec variations saisonnières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Décomposition permet d'identifier les tendances long terme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INSIGHT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moyennes mobiles lissent les variations quotidiennes et révèlent une croissance progressive du CA au fil des mois.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DU CA PAR CATÉGORIE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6858000" cy="45720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371600" y="1645920"/>
            <a:ext cx="3291840" cy="45720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 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691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 • ~5.8M€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2377440"/>
            <a:ext cx="6858000" cy="45720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1371600" y="2377440"/>
            <a:ext cx="2948940" cy="457200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2423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• ~5.2M€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3108960"/>
            <a:ext cx="6858000" cy="45720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1371600" y="3108960"/>
            <a:ext cx="617220" cy="457200"/>
          </a:xfrm>
          <a:prstGeom prst="rect">
            <a:avLst/>
          </a:prstGeom>
          <a:solidFill>
            <a:srgbClr val="45B7D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31089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63040" y="3154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• ~1.0M€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INSIGHT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catégories 0 et 1 génèrent 91% du CA. La catégorie 2 représente une niche (9%) mais reste significative.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 &amp; FLOPS PRODUITS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par CA généré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par nombre de ventes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Principalement catégorie 1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moyens : 20-25€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SOUS-PERFORMERS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54880" y="19202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avec très peu de ventes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Certains produits jamais vendus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analyser : problème de visibilité 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: optimiser catalogue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PRODUITS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3 242 produits uniques vendus • Prix moyen : ~18€ • 20% des produits génèrent 80% du CA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DES CLIENTS BtoB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D'IDENTIFICATION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statistique : méthode IQR (Interquartile Range)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: Q3 + 3 × IQR (outliers extrêmes)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clients identifiés avec CA exceptionnellement élevé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SUR LE CA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4114800" cy="109728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BtoB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(0.05%) clients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~15-20% du CA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3657600"/>
            <a:ext cx="4114800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303520" y="3794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BtoC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41148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8 613 (99.95%) clients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43891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~80-85% du CA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 DE LORENZ - CONCENTRATION DU CA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57200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RÉSULTATS CLÉS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de Gini : 0.4420 (concentration modérée)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80/20 : 4.6% des clients génèrent 80% du CA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95.4% des clients génèrent 20% du CA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concentration du CA sur un petit nombre de clients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RECOMMANDATION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de fidélisation ciblé sur les 5% de meilleurs clients pour maximiser le CA et réduire le risque de dépendance.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STATISTIQUES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comportements clients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3291840"/>
            <a:ext cx="274320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SANS les 4 clients BtoB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CORRÉLATIONS TESTÉES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↔ Catégorie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212080" y="1572768"/>
            <a:ext cx="3200400" cy="32004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303520" y="1600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(Khi-deux)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↔ Montant total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12080" y="2167128"/>
            <a:ext cx="3200400" cy="32004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303520" y="2194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4008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↔ Fréquence achat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12080" y="2761488"/>
            <a:ext cx="3200400" cy="32004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303520" y="2788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2918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4008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↔ Panier moyen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12080" y="3355848"/>
            <a:ext cx="3200400" cy="32004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303520" y="3383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38862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↔ Catégorie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212080" y="3950208"/>
            <a:ext cx="3200400" cy="32004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303520" y="3977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+ ANOVA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significativité : α = 0.05 (5%)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DES RÉSULTATS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20040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CORRÉLATIONS SIGNIFICATIVES (p &lt; 0.05)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résultats détaillés sont présentés dans le notebook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test inclut : statistique, p-value, interprétation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bivariés pour visualiser les relations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basées sur le seuil α = 0.05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tests ont été réalisés SANS les 4 clients BtoB pour éviter les biais statistiques. Les résultats concernent donc uniquement les clients BtoC (8 613 clients).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28600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CONSTATS PRINCIPAUX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stable avec croissance progressive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concentration : 4.6% clients = 80% CA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clients BtoB à fort impact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produits génèrent 80% CA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Corrélations clients identifiées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92024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fidélité clients VIP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catalogue (flops)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ciblé par segment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rapproché clients BtoB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prédictive du churn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rigoureuse • Données nettoyées • Tests statistiques validés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3200400" y="2560320"/>
            <a:ext cx="274320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ventes - Librairie en ligne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9 - OpenClassrooms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698</Words>
  <Application>Microsoft Office PowerPoint</Application>
  <PresentationFormat>On-screen Show (16:9)</PresentationFormat>
  <Paragraphs>156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des ventes - Librairie en ligne</dc:title>
  <dc:subject>PptxGenJS Presentation</dc:subject>
  <dc:creator>Étudiant Data Analyst</dc:creator>
  <cp:lastModifiedBy>lucien nzeutom</cp:lastModifiedBy>
  <cp:revision>8</cp:revision>
  <dcterms:created xsi:type="dcterms:W3CDTF">2026-01-30T23:39:10Z</dcterms:created>
  <dcterms:modified xsi:type="dcterms:W3CDTF">2026-01-31T00:46:42Z</dcterms:modified>
</cp:coreProperties>
</file>