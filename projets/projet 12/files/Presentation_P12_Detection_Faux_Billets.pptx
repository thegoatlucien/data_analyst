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1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2340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-64008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faux billets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12 — Organisation nationale de lutte contre le faux-monnayage (ONCFM)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licence —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09344"/>
            <a:ext cx="457200" cy="457200"/>
          </a:xfrm>
          <a:prstGeom prst="ellipse">
            <a:avLst/>
          </a:prstGeom>
          <a:solidFill>
            <a:srgbClr val="5BA8C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824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analyse des données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4A9B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valeurs manquantes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3A8E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066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supervisée (4 modèles)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2A81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18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non supervisé (K-Means)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A74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7307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&amp; sélection du modèle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0A67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24281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détection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162D4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L'ONCFM souhaite un algorithme automatique pour différencier les vrais des faux billets à partir de leurs dimensions géométriques.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162D4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3520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données géométriques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4 modèles de classification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l'algorithme le plus performant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33472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633472" y="1005840"/>
            <a:ext cx="2011680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33472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33472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9744" y="1005840"/>
            <a:ext cx="201168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9744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9744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0058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986016" y="1005840"/>
            <a:ext cx="201168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86016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86016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géométriques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dimensions géométriques utilisées 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 du billet (mm)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3182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côté gauche (mm)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31520" y="3529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529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côté droit (mm)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71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749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inférieure (mm)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21868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74920" y="31821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supérieure (mm)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6616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74920" y="35295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35295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du billet (mm)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billets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4114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09728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</a:t>
            </a: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billets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billets (66.7%)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géométriques conformes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spécifications officielles.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0" y="283464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7548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3246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billets (33.3%)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subtiles dans 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— invisibles à l'œil nu.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caractéristiques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histogrammes révèlent une séparation claire sur margin_low, length et margin_up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89611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discriminantes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vs margin_low et margin_up vs height_left montrent une séparation visuelle nette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87782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données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valeurs manquantes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valeurs manquantes sur margin_low (2.47% du dataset)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840480" y="3017520"/>
            <a:ext cx="274320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02336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34290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par médiane par groupe (is_genuine)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017520"/>
            <a:ext cx="2011680" cy="1645920"/>
          </a:xfrm>
          <a:prstGeom prst="rect">
            <a:avLst/>
          </a:prstGeom>
          <a:solidFill>
            <a:srgbClr val="162D4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7665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100% complet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valeurs manquantes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testés et comparés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solidFill>
            <a:srgbClr val="3498DB">
              <a:alpha val="85000"/>
            </a:srgbClr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24912" y="3657600"/>
            <a:ext cx="1965960" cy="1005840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24912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01184" y="3657600"/>
            <a:ext cx="1965960" cy="1005840"/>
          </a:xfrm>
          <a:prstGeom prst="rect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01184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77456" y="3657600"/>
            <a:ext cx="1965960" cy="1005840"/>
          </a:xfrm>
          <a:prstGeom prst="rect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077456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— Meilleur modèle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Train/Test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entraînement (1 050 billets)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test (450 billets)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preservée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070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99.33%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(Faux) : 0.99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FP + 2 FN sur 450 billets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Pourquoi la régression logistique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accuracy (99.33%) · Probabilités fiables · Très rapide · Interprétable via ses coefficients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probabilités de prévision 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8229600" cy="975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P(Faux)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P(Vrai)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KNN classifie un billet en regardant ses k=5 plus proches voisins dans l'espace des caractéristiques. La classe majority vote détermine la prédiction.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98.67%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(Faux) : 98.65%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(Faux) : 97.33%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FP | 4 FN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probabilités (KNN) :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10363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P(Faux)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P(Vrai)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billet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limite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KNN offre des probabilités plus graduées que la régression logistique, utiles pour les cas limites.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Importances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 de décision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98.67%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FP | 3 FN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3474720" cy="1188720"/>
          </a:xfrm>
          <a:prstGeom prst="rect">
            <a:avLst/>
          </a:prstGeom>
          <a:solidFill>
            <a:srgbClr val="F1F8E9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 (par importance)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791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margin_low  2. length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margin_up  4. height_left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77240"/>
            <a:ext cx="4937760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variables margin_low et length sont de loin les plus discriminantes — elles permettent à elles seules de séparer la grande majorité des vrais et faux billets.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— Apprentissage non supervisé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1463040"/>
          </a:xfrm>
          <a:prstGeom prst="rect">
            <a:avLst/>
          </a:prstGeom>
          <a:solidFill>
            <a:srgbClr val="162D4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Méthode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avec k=2 clusters. Les centroïdes sont utilisés pour identifier quel cluster correspond aux vrais / faux billets sans utiliser les labels.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931920" cy="1463040"/>
          </a:xfrm>
          <a:prstGeom prst="rect">
            <a:avLst/>
          </a:prstGeom>
          <a:solidFill>
            <a:srgbClr val="162D4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37760" y="914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20700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98.44%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FP | 4 FN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naturelle des données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 bien à la réalité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0"/>
            <a:ext cx="8595360" cy="228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 — Les 4 modèles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faux négatifs (FN) sont critiques : un faux billet non détecté est un échec de sécurité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896112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291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Négatifs (FN)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484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 classifiés comme vrais.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les erreurs les plus dangereuses pour la sécurité monétaire.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291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84632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(FP)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3648456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 classifiés comme faux.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dangereux mais génèrent des rejets injustifiés.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performances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40080"/>
            <a:ext cx="8961120" cy="2896723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836968"/>
              </p:ext>
            </p:extLst>
          </p:nvPr>
        </p:nvGraphicFramePr>
        <p:xfrm>
          <a:off x="403059" y="3674123"/>
          <a:ext cx="8229600" cy="1295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détection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011680"/>
          </a:xfrm>
          <a:prstGeom prst="rect">
            <a:avLst/>
          </a:prstGeom>
          <a:solidFill>
            <a:srgbClr val="162D4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fichier CSV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script.py --fichier billets.csv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d'un fichier contenant plusieurs billets. Résultats sauvegardés dans un CSV de sortie avec les prédictions et niveaux de confiance.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011680"/>
          </a:xfrm>
          <a:prstGeom prst="rect">
            <a:avLst/>
          </a:prstGeom>
          <a:solidFill>
            <a:srgbClr val="162D4F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manuel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script.py --manuel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interactive des 6 dimensions géométriques d'un billet. Le script retourne immédiatement le résultat avec un niveau de confiance.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: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778771"/>
              </p:ext>
            </p:extLst>
          </p:nvPr>
        </p:nvGraphicFramePr>
        <p:xfrm>
          <a:off x="274320" y="3383280"/>
          <a:ext cx="8412480" cy="960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height_left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height_right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margin_up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171.81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104.86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104.95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112.83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2D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67.54%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104.20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111.60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104.40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110.80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</a:t>
                      </a:r>
                      <a:r>
                        <a:rPr lang="en-US" sz="9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9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détaillée — Boxplots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boxplots confirment les outliers et la séparation entre les deux classes sur margin_low et length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60120"/>
            <a:ext cx="89611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modèles atteignent une accuracy &gt; 98% — les données géométriques sont très discriminantes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745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le meilleur modèle : 99.33% d'accuracy, seulement 3 erreurs sur 450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 et length sont les caractéristiques les plus importantes pour la détection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4290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est déployable en production — mode fichier CSV et mode manuel disponibles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1024</Words>
  <Application>Microsoft Office PowerPoint</Application>
  <PresentationFormat>On-screen Show (16:9)</PresentationFormat>
  <Paragraphs>274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automatique de faux billets - ONCFM</dc:title>
  <dc:subject>Projet 12 - Machine Learning</dc:subject>
  <dc:creator>Étudiant - Licence</dc:creator>
  <cp:lastModifiedBy>lucien nzeutom</cp:lastModifiedBy>
  <cp:revision>13</cp:revision>
  <dcterms:created xsi:type="dcterms:W3CDTF">2026-02-01T22:49:25Z</dcterms:created>
  <dcterms:modified xsi:type="dcterms:W3CDTF">2026-03-13T01:21:02Z</dcterms:modified>
</cp:coreProperties>
</file>