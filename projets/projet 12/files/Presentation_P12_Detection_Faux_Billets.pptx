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0D2340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640080"/>
            <a:ext cx="2743200" cy="27432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faux billets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12 — Organisation nationale de lutte contre le faux-monnayage (ONCFM)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licence — 2025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18288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1704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609344"/>
            <a:ext cx="457200" cy="457200"/>
          </a:xfrm>
          <a:prstGeom prst="ellipse">
            <a:avLst/>
          </a:prstGeom>
          <a:solidFill>
            <a:srgbClr val="5BA8C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68249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analyse des données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121408"/>
            <a:ext cx="457200" cy="457200"/>
          </a:xfrm>
          <a:prstGeom prst="ellipse">
            <a:avLst/>
          </a:prstGeom>
          <a:solidFill>
            <a:srgbClr val="4A9BB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194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valeurs manquantes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457200" cy="457200"/>
          </a:xfrm>
          <a:prstGeom prst="ellipse">
            <a:avLst/>
          </a:prstGeom>
          <a:solidFill>
            <a:srgbClr val="3A8EA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70662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supervisée (4 modèles)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2A81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321868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 non supervisé (K-Means)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1A747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37307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&amp; sélection du modèle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169664"/>
            <a:ext cx="457200" cy="457200"/>
          </a:xfrm>
          <a:prstGeom prst="ellipse">
            <a:avLst/>
          </a:prstGeom>
          <a:solidFill>
            <a:srgbClr val="0A676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0160" y="42428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détection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108960"/>
            <a:ext cx="4023360" cy="1554480"/>
          </a:xfrm>
          <a:prstGeom prst="rect">
            <a:avLst/>
          </a:prstGeom>
          <a:solidFill>
            <a:srgbClr val="162D4F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Contexte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L'ONCFM souhaite un algorithme automatique pour différencier les vrais des faux billets à partir de leurs dimensions géométriques.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3108960"/>
            <a:ext cx="4023360" cy="1554480"/>
          </a:xfrm>
          <a:prstGeom prst="rect">
            <a:avLst/>
          </a:prstGeom>
          <a:solidFill>
            <a:srgbClr val="162D4F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Objectifs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3520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les données géométriques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4 modèles de classification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 l'algorithme le plus performant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01168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33472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33472" y="1005840"/>
            <a:ext cx="2011680" cy="73152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2633472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633472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09744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9744" y="1005840"/>
            <a:ext cx="2011680" cy="73152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09744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86016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86016" y="1005840"/>
            <a:ext cx="201168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86016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86016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géométriques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6 dimensions géométriques utilisées 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77440" y="2834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Diagonale du billet (mm)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218688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1821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height_left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1821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Hauteur côté gauche (mm)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29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height_right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77440" y="35295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Hauteur côté droit (mm)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71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margin_low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20840" y="2834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inférieure (mm)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00600" y="3218688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1821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margin_up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1821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supérieure (mm)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00600" y="3566160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529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20840" y="35295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Longueur du billet (mm)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billets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41148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1097280"/>
            <a:ext cx="411480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Vrais billets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54880" y="15087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 billets (66.7%)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géométriques conformes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spécifications officielles.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0" y="2834640"/>
            <a:ext cx="411480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Faux billets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754880" y="32461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billets (33.3%)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Différences subtiles dans 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invisibles à l'œil nu.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des caractéristiques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histogrammes révèlent une séparation claire sur margin_low, length et margin_up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60120"/>
            <a:ext cx="89611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discriminantes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vs margin_low et margin_up vs height_left montrent une séparation visuelle nette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05840"/>
            <a:ext cx="877824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données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des valeurs manquantes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Problème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valeurs manquantes sur margin_low (2.47% du dataset)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840480" y="3017520"/>
            <a:ext cx="274320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Méthode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23360" y="34290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par médiane par groupe (is_genuine)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3017520"/>
            <a:ext cx="201168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Résultat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34290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100% complet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valeurs manquantes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27432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algorithmes testés et comparés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1965960" cy="1005840"/>
          </a:xfrm>
          <a:prstGeom prst="rect">
            <a:avLst/>
          </a:prstGeom>
          <a:solidFill>
            <a:srgbClr val="3498DB">
              <a:alpha val="85000"/>
            </a:srgbClr>
          </a:solidFill>
          <a:ln w="1905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24912" y="3657600"/>
            <a:ext cx="1965960" cy="1005840"/>
          </a:xfrm>
          <a:prstGeom prst="rect">
            <a:avLst/>
          </a:prstGeom>
          <a:solidFill>
            <a:srgbClr val="9B59B6">
              <a:alpha val="85000"/>
            </a:srgbClr>
          </a:solidFill>
          <a:ln w="19050">
            <a:solidFill>
              <a:srgbClr val="9B59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01184" y="3657600"/>
            <a:ext cx="1965960" cy="1005840"/>
          </a:xfrm>
          <a:prstGeom prst="rect">
            <a:avLst/>
          </a:prstGeom>
          <a:solidFill>
            <a:srgbClr val="E67E22">
              <a:alpha val="85000"/>
            </a:srgbClr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01184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77456" y="3657600"/>
            <a:ext cx="1965960" cy="1005840"/>
          </a:xfrm>
          <a:prstGeom prst="rect">
            <a:avLst/>
          </a:prstGeom>
          <a:solidFill>
            <a:srgbClr val="2ECC71">
              <a:alpha val="85000"/>
            </a:srgbClr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77456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 — Meilleur modèle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22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96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Séparation Train/Test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0700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entraînement (1 050 billets)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test (450 billets)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Stratification preservée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82296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896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Résultats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20700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99.33%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(Faux) : 0.99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FP + 2 FN sur 450 billets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4203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Pourquoi la régression logistique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81635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accuracy (99.33%) · Probabilités fiables · Très rapide · Interprétable via ses coefficients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probabilités de prévision :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645920"/>
                <a:gridCol w="1920240"/>
                <a:gridCol w="19202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P(Faux)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P(Vrai)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3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Neighbors (KNN)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Principe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KNN classifie un billet en regardant ses k=5 plus proches voisins dans l'espace des caractéristiques. La classe majority vote détermine la prédiction.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Résultats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234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98.67%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(Faux) : 98.65%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(Faux) : 97.33%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FP | 4 FN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probabilités (KNN) :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P(Faux)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P(Vrai)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limite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KNN offre des probabilités plus graduées que la régression logistique, utiles pour les cas limites.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&amp; Importances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777240"/>
            <a:ext cx="3474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503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Random Forest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33856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arbres de décision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98.67%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FP | 3 FN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31720"/>
            <a:ext cx="3474720" cy="1188720"/>
          </a:xfrm>
          <a:prstGeom prst="rect">
            <a:avLst/>
          </a:prstGeom>
          <a:solidFill>
            <a:srgbClr val="F1F8E9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957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Variables clés (par importance)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79192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margin_low  2. length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margin_up  4. height_left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777240"/>
            <a:ext cx="4937760" cy="27432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65760" y="374904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840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Les variables margin_low et length sont de loin les plus discriminantes — elles permettent à elles seules de séparer la grande majorité des vrais et faux billets.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— Apprentissage non supervisé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22960"/>
            <a:ext cx="4114800" cy="1463040"/>
          </a:xfrm>
          <a:prstGeom prst="rect">
            <a:avLst/>
          </a:prstGeom>
          <a:solidFill>
            <a:srgbClr val="162D4F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Méthode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0700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avec k=2 clusters. Les centroïdes sont utilisés pour identifier quel cluster correspond aux vrais / faux billets sans utiliser les labels.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822960"/>
            <a:ext cx="3931920" cy="1463040"/>
          </a:xfrm>
          <a:prstGeom prst="rect">
            <a:avLst/>
          </a:prstGeom>
          <a:solidFill>
            <a:srgbClr val="162D4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Résultats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207008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98.44%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FP | 4 FN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naturelle des données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 bien à la réalité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468880"/>
            <a:ext cx="8595360" cy="2286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confusion — Les 4 modèles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faux négatifs (FN) sont critiques : un faux billet non détecté est un échec de sécurité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005840"/>
            <a:ext cx="8961120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29184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3649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Faux Négatifs (FN)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64845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billets classifiés comme vrais.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les erreurs les plus dangereuses pour la sécurité monétaire.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329184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46320" y="33649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Faux Positifs (FP)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846320" y="364845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 billets classifiés comme faux.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dangereux mais génèrent des rejets injustifiés.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performances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640080"/>
            <a:ext cx="8961120" cy="338328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8229600" cy="77724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188720"/>
                <a:gridCol w="1188720"/>
                <a:gridCol w="128016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498D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Logistique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#1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3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détection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4023360" cy="2011680"/>
          </a:xfrm>
          <a:prstGeom prst="rect">
            <a:avLst/>
          </a:prstGeom>
          <a:solidFill>
            <a:srgbClr val="162D4F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Mode fichier CSV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script.py --fichier billets.csv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automatique d'un fichier contenant plusieurs billets. Résultats sauvegardés dans un CSV de sortie avec les prédictions et niveaux de confiance.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2011680"/>
          </a:xfrm>
          <a:prstGeom prst="rect">
            <a:avLst/>
          </a:prstGeom>
          <a:solidFill>
            <a:srgbClr val="162D4F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⌨️ Mode manuel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script.py --manuel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459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interactive des 6 dimensions géométriques d'un billet. Le script retourne immédiatement le résultat avec un niveau de confiance.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sortie :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383280"/>
          <a:ext cx="8595360" cy="96012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height_left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height_right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margin_low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margin_up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détaillée — Boxplots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boxplots confirment les outliers et la séparation entre les deux classes sur margin_low et length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60120"/>
            <a:ext cx="89611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657600"/>
            <a:ext cx="2286000" cy="22860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143000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modèles atteignent une accuracy &gt; 98% — les données géométriques sont très discriminantes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18745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logistique est le meilleur modèle : 99.33% d'accuracy, seulement 3 erreurs sur 450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65176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margin_low et length sont les caractéristiques les plus importantes pour la détection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42900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script est déployable en production — mode fichier CSV et mode manuel disponibles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🙏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Détection automatique de faux billets - ONCFM</dc:title>
  <dc:subject>Projet 12 - Machine Learning</dc:subject>
  <dc:creator>Étudiant - Licence</dc:creator>
  <cp:lastModifiedBy>Étudiant - Licence</cp:lastModifiedBy>
  <cp:revision>1</cp:revision>
  <dcterms:created xsi:type="dcterms:W3CDTF">2026-02-01T22:49:25Z</dcterms:created>
  <dcterms:modified xsi:type="dcterms:W3CDTF">2026-02-01T22:49:25Z</dcterms:modified>
</cp:coreProperties>
</file>